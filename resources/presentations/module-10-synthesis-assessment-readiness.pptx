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9ce86d622a04e78" /><Relationship Type="http://schemas.openxmlformats.org/officeDocument/2006/relationships/extended-properties" Target="/docProps/app.xml" Id="Rb9b288ff905443f8" /><Relationship Type="http://schemas.openxmlformats.org/officeDocument/2006/relationships/officeDocument" Target="/ppt/presentation.xml" Id="R2ac2b89f1deb480c" /></Relationships>
</file>

<file path=ppt/presentation.xml><?xml version="1.0" encoding="utf-8"?>
<p:presentation xmlns:p="http://schemas.openxmlformats.org/presentationml/2006/main">
  <p:sldMasterIdLst>
    <p:sldMasterId xmlns:r="http://schemas.openxmlformats.org/officeDocument/2006/relationships" id="2147483648" r:id="R01424813f94b402b"/>
  </p:sldMasterIdLst>
  <p:notesMasterIdLst>
    <p:notesMasterId xmlns:r="http://schemas.openxmlformats.org/officeDocument/2006/relationships" r:id="Ref8029dde22b43f1"/>
  </p:notesMasterIdLst>
  <p:sldIdLst>
    <p:sldId xmlns:r="http://schemas.openxmlformats.org/officeDocument/2006/relationships" id="256" r:id="R17264e4337c8419a"/>
    <p:sldId xmlns:r="http://schemas.openxmlformats.org/officeDocument/2006/relationships" id="257" r:id="Rf2c002a6e748487d"/>
    <p:sldId xmlns:r="http://schemas.openxmlformats.org/officeDocument/2006/relationships" id="258" r:id="Rbb6a2fe26fbe4a46"/>
    <p:sldId xmlns:r="http://schemas.openxmlformats.org/officeDocument/2006/relationships" id="259" r:id="R70e3c613ed9f420e"/>
    <p:sldId xmlns:r="http://schemas.openxmlformats.org/officeDocument/2006/relationships" id="260" r:id="R72b9b06f9d844d3e"/>
    <p:sldId xmlns:r="http://schemas.openxmlformats.org/officeDocument/2006/relationships" id="261" r:id="R27fc05faeef34443"/>
    <p:sldId xmlns:r="http://schemas.openxmlformats.org/officeDocument/2006/relationships" id="262" r:id="R78e640a2797f40f9"/>
    <p:sldId xmlns:r="http://schemas.openxmlformats.org/officeDocument/2006/relationships" id="263" r:id="R3f179cfeaeff433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7598c9dafc74bd1" /><Relationship Type="http://schemas.openxmlformats.org/officeDocument/2006/relationships/slideMaster" Target="/ppt/slideMasters/slideMaster1.xml" Id="R01424813f94b402b" /><Relationship Type="http://schemas.openxmlformats.org/officeDocument/2006/relationships/notesMaster" Target="/ppt/notesMasters/notesMaster1.xml" Id="Ref8029dde22b43f1" /><Relationship Type="http://schemas.openxmlformats.org/officeDocument/2006/relationships/presProps" Target="/ppt/presProps.xml" Id="Refc9f381d9674ca5" /><Relationship Type="http://schemas.openxmlformats.org/officeDocument/2006/relationships/tableStyles" Target="/ppt/tableStyles.xml" Id="R4aa5d4ec29604005" /><Relationship Type="http://schemas.openxmlformats.org/officeDocument/2006/relationships/slide" Target="/ppt/slides/slide1.xml" Id="R17264e4337c8419a" /><Relationship Type="http://schemas.openxmlformats.org/officeDocument/2006/relationships/slide" Target="/ppt/slides/slide2.xml" Id="Rf2c002a6e748487d" /><Relationship Type="http://schemas.openxmlformats.org/officeDocument/2006/relationships/slide" Target="/ppt/slides/slide3.xml" Id="Rbb6a2fe26fbe4a46" /><Relationship Type="http://schemas.openxmlformats.org/officeDocument/2006/relationships/slide" Target="/ppt/slides/slide4.xml" Id="R70e3c613ed9f420e" /><Relationship Type="http://schemas.openxmlformats.org/officeDocument/2006/relationships/slide" Target="/ppt/slides/slide5.xml" Id="R72b9b06f9d844d3e" /><Relationship Type="http://schemas.openxmlformats.org/officeDocument/2006/relationships/slide" Target="/ppt/slides/slide6.xml" Id="R27fc05faeef34443" /><Relationship Type="http://schemas.openxmlformats.org/officeDocument/2006/relationships/slide" Target="/ppt/slides/slide7.xml" Id="R78e640a2797f40f9" /><Relationship Type="http://schemas.openxmlformats.org/officeDocument/2006/relationships/slide" Target="/ppt/slides/slide8.xml" Id="R3f179cfeaeff433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a992d3e03b345d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6c9452ab33e4927" /><Relationship Type="http://schemas.openxmlformats.org/officeDocument/2006/relationships/notesMaster" Target="/ppt/notesMasters/notesMaster1.xml" Id="R968e60c049d2479f" /></Relationships>
</file>

<file path=ppt/notesSlides/_rels/notesSlide2.xml.rels>&#65279;<?xml version="1.0" encoding="utf-8"?><Relationships xmlns="http://schemas.openxmlformats.org/package/2006/relationships"><Relationship Type="http://schemas.openxmlformats.org/officeDocument/2006/relationships/slide" Target="/ppt/slides/slide2.xml" Id="R584c7bfc6b914149" /><Relationship Type="http://schemas.openxmlformats.org/officeDocument/2006/relationships/notesMaster" Target="/ppt/notesMasters/notesMaster1.xml" Id="R1423e351fe994e1d" /></Relationships>
</file>

<file path=ppt/notesSlides/_rels/notesSlide3.xml.rels>&#65279;<?xml version="1.0" encoding="utf-8"?><Relationships xmlns="http://schemas.openxmlformats.org/package/2006/relationships"><Relationship Type="http://schemas.openxmlformats.org/officeDocument/2006/relationships/slide" Target="/ppt/slides/slide3.xml" Id="R096d96a1746e44b6" /><Relationship Type="http://schemas.openxmlformats.org/officeDocument/2006/relationships/notesMaster" Target="/ppt/notesMasters/notesMaster1.xml" Id="R2c4ddd82bd484f7f" /></Relationships>
</file>

<file path=ppt/notesSlides/_rels/notesSlide4.xml.rels>&#65279;<?xml version="1.0" encoding="utf-8"?><Relationships xmlns="http://schemas.openxmlformats.org/package/2006/relationships"><Relationship Type="http://schemas.openxmlformats.org/officeDocument/2006/relationships/slide" Target="/ppt/slides/slide4.xml" Id="R25976f95349f4821" /><Relationship Type="http://schemas.openxmlformats.org/officeDocument/2006/relationships/notesMaster" Target="/ppt/notesMasters/notesMaster1.xml" Id="Rede4032560384f0f" /></Relationships>
</file>

<file path=ppt/notesSlides/_rels/notesSlide5.xml.rels>&#65279;<?xml version="1.0" encoding="utf-8"?><Relationships xmlns="http://schemas.openxmlformats.org/package/2006/relationships"><Relationship Type="http://schemas.openxmlformats.org/officeDocument/2006/relationships/slide" Target="/ppt/slides/slide5.xml" Id="R60c8f852073e409a" /><Relationship Type="http://schemas.openxmlformats.org/officeDocument/2006/relationships/notesMaster" Target="/ppt/notesMasters/notesMaster1.xml" Id="R66b2af6dda3e4969" /></Relationships>
</file>

<file path=ppt/notesSlides/_rels/notesSlide6.xml.rels>&#65279;<?xml version="1.0" encoding="utf-8"?><Relationships xmlns="http://schemas.openxmlformats.org/package/2006/relationships"><Relationship Type="http://schemas.openxmlformats.org/officeDocument/2006/relationships/slide" Target="/ppt/slides/slide6.xml" Id="Rb1ea79ce93e24e21" /><Relationship Type="http://schemas.openxmlformats.org/officeDocument/2006/relationships/notesMaster" Target="/ppt/notesMasters/notesMaster1.xml" Id="R91315db358864013" /></Relationships>
</file>

<file path=ppt/notesSlides/_rels/notesSlide7.xml.rels>&#65279;<?xml version="1.0" encoding="utf-8"?><Relationships xmlns="http://schemas.openxmlformats.org/package/2006/relationships"><Relationship Type="http://schemas.openxmlformats.org/officeDocument/2006/relationships/slide" Target="/ppt/slides/slide7.xml" Id="R5779a6a5c531449d" /><Relationship Type="http://schemas.openxmlformats.org/officeDocument/2006/relationships/notesMaster" Target="/ppt/notesMasters/notesMaster1.xml" Id="Rd74aa4ebc73c4bc8" /></Relationships>
</file>

<file path=ppt/notesSlides/_rels/notesSlide8.xml.rels>&#65279;<?xml version="1.0" encoding="utf-8"?><Relationships xmlns="http://schemas.openxmlformats.org/package/2006/relationships"><Relationship Type="http://schemas.openxmlformats.org/officeDocument/2006/relationships/slide" Target="/ppt/slides/slide8.xml" Id="R969131ce93194ad1" /><Relationship Type="http://schemas.openxmlformats.org/officeDocument/2006/relationships/notesMaster" Target="/ppt/notesMasters/notesMaster1.xml" Id="Rc42a200a8901449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with the module question: how does synthesis and assessment readiness change a food decision or explanation?</a:t>
            </a:r>
          </a:p>
          <a:p xmlns:a="http://schemas.openxmlformats.org/drawingml/2006/main">
            <a:r>
              <a:t>State the outcome in plain language: Strong assessment evidence is selected, explained, qualified and kept within teacher directions.</a:t>
            </a:r>
          </a:p>
          <a:p xmlns:a="http://schemas.openxmlformats.org/drawingml/2006/main">
            <a:r>
              <a:t>Ask students what the visual helps them notice, then make clear that it is a generated learning visual, not documentary evidence or practical permission.</a:t>
            </a:r>
          </a:p>
          <a:p xmlns:a="http://schemas.openxmlformats.org/drawingml/2006/main">
            <a:r>
              <a:t>Transition: the next slide shows the three connected ideas students will use to reach the outcome.</a:t>
            </a:r>
          </a:p>
          <a:p xmlns:a="http://schemas.openxmlformats.org/drawingml/2006/main">
            <a:r>
              <a:t/>
            </a:r>
          </a:p>
          <a:p xmlns:a="http://schemas.openxmlformats.org/drawingml/2006/main">
            <a:r>
              <a:t>[Sources]</a:t>
            </a:r>
          </a:p>
          <a:p xmlns:a="http://schemas.openxmlformats.org/drawingml/2006/main">
            <a:r>
              <a:t>- Teacher-supplied Food in Australia unit program and Classroom/Drive masters; private identifiers retained only in source-map v1.1.</a:t>
            </a:r>
          </a:p>
          <a:p xmlns:a="http://schemas.openxmlformats.org/drawingml/2006/main">
            <a:r>
              <a:t>- NESA Food Technology Years 7–10 Syllabus (2019), the controlling 2026 syllabus basis recorded in source-map v1.1.</a:t>
            </a:r>
          </a:p>
          <a:p xmlns:a="http://schemas.openxmlformats.org/drawingml/2006/main">
            <a:r>
              <a:t>- Course visual: assets/photos/m10-evidence-selection-workspace.png; provenance recorded in the visual production manifest.</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timeline as a learning sequence, not an agenda. Briefly name each idea and show how the third depends on the first two.</a:t>
            </a:r>
          </a:p>
          <a:p xmlns:a="http://schemas.openxmlformats.org/drawingml/2006/main">
            <a:r>
              <a:t>Retrieval prompt: ask students to define or exemplify one term from Analyse a food diary without judgement, then name one uncertainty to check.</a:t>
            </a:r>
          </a:p>
          <a:p xmlns:a="http://schemas.openxmlformats.org/drawingml/2006/main">
            <a:r>
              <a:t>Listen for unsupported certainty. Model language such as ‘the source supports…’, ‘in this context…’ and ‘Teacher to confirm…’ where relevant.</a:t>
            </a:r>
          </a:p>
          <a:p xmlns:a="http://schemas.openxmlformats.org/drawingml/2006/main">
            <a:r>
              <a:t>Transition: begin with Analyse a food diary without judgement; students will use it as the first part of the final explanation.</a:t>
            </a:r>
          </a:p>
          <a:p xmlns:a="http://schemas.openxmlformats.org/drawingml/2006/main">
            <a:r>
              <a:t/>
            </a:r>
          </a:p>
          <a:p xmlns:a="http://schemas.openxmlformats.org/drawingml/2006/main">
            <a:r>
              <a:t>[Sources]</a:t>
            </a:r>
          </a:p>
          <a:p xmlns:a="http://schemas.openxmlformats.org/drawingml/2006/main">
            <a:r>
              <a:t>- Teacher-supplied Food in Australia unit program and Classroom/Drive masters; private identifiers retained only in source-map v1.1.</a:t>
            </a:r>
          </a:p>
          <a:p xmlns:a="http://schemas.openxmlformats.org/drawingml/2006/main">
            <a:r>
              <a:t>- NESA Food Technology Years 7–10 Syllabus (2019), the controlling 2026 syllabus basis recorded in source-map v1.1.</a:t>
            </a:r>
          </a:p>
          <a:p xmlns:a="http://schemas.openxmlformats.org/drawingml/2006/main">
            <a:r>
              <a:t>- Course theory section m10-s01: Analyse a food diary without judgement.</a:t>
            </a:r>
          </a:p>
          <a:p xmlns:a="http://schemas.openxmlformats.org/drawingml/2006/main">
            <a:r>
              <a:t>- Course theory section m10-s02: Explain change with evidence.</a:t>
            </a:r>
          </a:p>
          <a:p xmlns:a="http://schemas.openxmlformats.org/drawingml/2006/main">
            <a:r>
              <a:t>- Course theory section m10-s03: Select, reflect and present evidence.</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A short food diary is limited, private evidence—not a diagnosis or judgement. Describe the recorded pattern, suggest interacting influences with qualified language, and state the limits created by duration, context and missing information.</a:t>
            </a:r>
          </a:p>
          <a:p xmlns:a="http://schemas.openxmlformats.org/drawingml/2006/main">
            <a:r>
              <a:t>Ask students to respond to the on-slide notice prompt before volunteering an answer.</a:t>
            </a:r>
          </a:p>
          <a:p xmlns:a="http://schemas.openxmlformats.org/drawingml/2006/main">
            <a:r>
              <a:t>Misconception to correct: A one-day diary reveals a person’s usual diet or health.</a:t>
            </a:r>
          </a:p>
          <a:p xmlns:a="http://schemas.openxmlformats.org/drawingml/2006/main">
            <a:r>
              <a:t>Transition: connect this idea to synthesis and assessment readiness, then move to "the second idea".</a:t>
            </a:r>
          </a:p>
          <a:p xmlns:a="http://schemas.openxmlformats.org/drawingml/2006/main">
            <a:r>
              <a:t/>
            </a:r>
          </a:p>
          <a:p xmlns:a="http://schemas.openxmlformats.org/drawingml/2006/main">
            <a:r>
              <a:t>[Sources]</a:t>
            </a:r>
          </a:p>
          <a:p xmlns:a="http://schemas.openxmlformats.org/drawingml/2006/main">
            <a:r>
              <a:t>- Teacher-supplied Food in Australia unit program and Classroom/Drive masters; private identifiers retained only in source-map v1.1.</a:t>
            </a:r>
          </a:p>
          <a:p xmlns:a="http://schemas.openxmlformats.org/drawingml/2006/main">
            <a:r>
              <a:t>- NESA Food Technology Years 7–10 Syllabus (2019), the controlling 2026 syllabus basis recorded in source-map v1.1.</a:t>
            </a:r>
          </a:p>
          <a:p xmlns:a="http://schemas.openxmlformats.org/drawingml/2006/main">
            <a:r>
              <a:t>- Course theory section m10-s01: Analyse a food diary without judgement.</a:t>
            </a:r>
          </a:p>
          <a:p xmlns:a="http://schemas.openxmlformats.org/drawingml/2006/main">
            <a:r>
              <a:t>- Editable simple concept pathway created from course theory section m10-s01; no cultural motif, historical source or external artwork used.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A strong explanation makes a claim, selects evidence from at least two unit domains, explains how factors interacted, and qualifies the conclusion. Lists show what happened; reasoning shows why the evidence matters.</a:t>
            </a:r>
          </a:p>
          <a:p xmlns:a="http://schemas.openxmlformats.org/drawingml/2006/main">
            <a:r>
              <a:t>Ask students to respond to the on-slide notice prompt before volunteering an answer.</a:t>
            </a:r>
          </a:p>
          <a:p xmlns:a="http://schemas.openxmlformats.org/drawingml/2006/main">
            <a:r>
              <a:t>Misconception to correct: A list of facts is an explanation.</a:t>
            </a:r>
          </a:p>
          <a:p xmlns:a="http://schemas.openxmlformats.org/drawingml/2006/main">
            <a:r>
              <a:t>Transition: connect this idea to synthesis and assessment readiness, then move to "the final idea".</a:t>
            </a:r>
          </a:p>
          <a:p xmlns:a="http://schemas.openxmlformats.org/drawingml/2006/main">
            <a:r>
              <a:t/>
            </a:r>
          </a:p>
          <a:p xmlns:a="http://schemas.openxmlformats.org/drawingml/2006/main">
            <a:r>
              <a:t>[Sources]</a:t>
            </a:r>
          </a:p>
          <a:p xmlns:a="http://schemas.openxmlformats.org/drawingml/2006/main">
            <a:r>
              <a:t>- Teacher-supplied Food in Australia unit program and Classroom/Drive masters; private identifiers retained only in source-map v1.1.</a:t>
            </a:r>
          </a:p>
          <a:p xmlns:a="http://schemas.openxmlformats.org/drawingml/2006/main">
            <a:r>
              <a:t>- NESA Food Technology Years 7–10 Syllabus (2019), the controlling 2026 syllabus basis recorded in source-map v1.1.</a:t>
            </a:r>
          </a:p>
          <a:p xmlns:a="http://schemas.openxmlformats.org/drawingml/2006/main">
            <a:r>
              <a:t>- Course theory section m10-s02: Explain change with evidence.</a:t>
            </a:r>
          </a:p>
          <a:p xmlns:a="http://schemas.openxmlformats.org/drawingml/2006/main">
            <a:r>
              <a:t>- Course visual: assets/diagrams/m10-evidence-to-conclusion.svg; provenance recorded in the visual production manifest.</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Select evidence for a learning purpose. Explain what each example demonstrates, how your thinking changed and what you would improve. Saving or exporting a copy does not submit it; follow teacher directions.</a:t>
            </a:r>
          </a:p>
          <a:p xmlns:a="http://schemas.openxmlformats.org/drawingml/2006/main">
            <a:r>
              <a:t>Ask students to respond to the on-slide notice prompt before volunteering an answer.</a:t>
            </a:r>
          </a:p>
          <a:p xmlns:a="http://schemas.openxmlformats.org/drawingml/2006/main">
            <a:r>
              <a:t>Misconception to correct: More saved work automatically means stronger evidence.</a:t>
            </a:r>
          </a:p>
          <a:p xmlns:a="http://schemas.openxmlformats.org/drawingml/2006/main">
            <a:r>
              <a:t>Transition: students now rehearse all three ideas through the module activity and retrieval checks.</a:t>
            </a:r>
          </a:p>
          <a:p xmlns:a="http://schemas.openxmlformats.org/drawingml/2006/main">
            <a:r>
              <a:t/>
            </a:r>
          </a:p>
          <a:p xmlns:a="http://schemas.openxmlformats.org/drawingml/2006/main">
            <a:r>
              <a:t>[Sources]</a:t>
            </a:r>
          </a:p>
          <a:p xmlns:a="http://schemas.openxmlformats.org/drawingml/2006/main">
            <a:r>
              <a:t>- Teacher-supplied Food in Australia unit program and Classroom/Drive masters; private identifiers retained only in source-map v1.1.</a:t>
            </a:r>
          </a:p>
          <a:p xmlns:a="http://schemas.openxmlformats.org/drawingml/2006/main">
            <a:r>
              <a:t>- NESA Food Technology Years 7–10 Syllabus (2019), the controlling 2026 syllabus basis recorded in source-map v1.1.</a:t>
            </a:r>
          </a:p>
          <a:p xmlns:a="http://schemas.openxmlformats.org/drawingml/2006/main">
            <a:r>
              <a:t>- Course theory section m10-s03: Select, reflect and present evidence.</a:t>
            </a:r>
          </a:p>
          <a:p xmlns:a="http://schemas.openxmlformats.org/drawingml/2006/main">
            <a:r>
              <a:t>- Course visual: assets/photos/m10-evidence-selection-workspace.png; provenance recorded in the visual production manifest.</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Run the activity as rehearsal: Triage each evidence example, then order the parts of a responsible synthesis.</a:t>
            </a:r>
          </a:p>
          <a:p xmlns:a="http://schemas.openxmlformats.org/drawingml/2006/main">
            <a:r>
              <a:t>Give quiet thinking time before discussion. Ask students to explain why an alternative is weaker, not merely name the correct choice.</a:t>
            </a:r>
          </a:p>
          <a:p xmlns:a="http://schemas.openxmlformats.org/drawingml/2006/main">
            <a:r>
              <a:t>Check 1: Within this recorded day, time pressure may have influenced the choices; more days and context would be needed to identify a typical pattern.</a:t>
            </a:r>
          </a:p>
          <a:p xmlns:a="http://schemas.openxmlformats.org/drawingml/2006/main">
            <a:r>
              <a:t>Check 2: A clear claim, relevant attributed evidence, reasoning that connects evidence to the claim, and a qualification matching the limits.</a:t>
            </a:r>
          </a:p>
          <a:p xmlns:a="http://schemas.openxmlformats.org/drawingml/2006/main">
            <a:r>
              <a:t>Check 3: A small relevant example, an explanation of what it demonstrates, how evidence or feedback changed thinking, and one specific next step.</a:t>
            </a:r>
          </a:p>
          <a:p xmlns:a="http://schemas.openxmlformats.org/drawingml/2006/main">
            <a:r>
              <a:t>Misconception to correct: a correct choice without reasoning is enough evidence. Ask for the link between the claim and the source or scenario.</a:t>
            </a:r>
          </a:p>
          <a:p xmlns:a="http://schemas.openxmlformats.org/drawingml/2006/main">
            <a:r>
              <a:t>Transition: move from short retrieval to one constructed evidence response.</a:t>
            </a:r>
          </a:p>
          <a:p xmlns:a="http://schemas.openxmlformats.org/drawingml/2006/main">
            <a:r>
              <a:t/>
            </a:r>
          </a:p>
          <a:p xmlns:a="http://schemas.openxmlformats.org/drawingml/2006/main">
            <a:r>
              <a:t>[Sources]</a:t>
            </a:r>
          </a:p>
          <a:p xmlns:a="http://schemas.openxmlformats.org/drawingml/2006/main">
            <a:r>
              <a:t>- Teacher-supplied Food in Australia unit program and Classroom/Drive masters; private identifiers retained only in source-map v1.1.</a:t>
            </a:r>
          </a:p>
          <a:p xmlns:a="http://schemas.openxmlformats.org/drawingml/2006/main">
            <a:r>
              <a:t>- NESA Food Technology Years 7–10 Syllabus (2019), the controlling 2026 syllabus basis recorded in source-map v1.1.</a:t>
            </a:r>
          </a:p>
          <a:p xmlns:a="http://schemas.openxmlformats.org/drawingml/2006/main">
            <a:r>
              <a:t>- Course activity activity-m10: Evidence triage and synthesis.</a:t>
            </a:r>
          </a:p>
          <a:p xmlns:a="http://schemas.openxmlformats.org/drawingml/2006/main">
            <a:r>
              <a:t>- Course formative check check-m10-s01 for m10-s01.</a:t>
            </a:r>
          </a:p>
          <a:p xmlns:a="http://schemas.openxmlformats.org/drawingml/2006/main">
            <a:r>
              <a:t>- Course formative check check-m10-s02 for m10-s02.</a:t>
            </a:r>
          </a:p>
          <a:p xmlns:a="http://schemas.openxmlformats.org/drawingml/2006/main">
            <a:r>
              <a:t>- Course formative check check-m10-s03 for m10-s03.</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the prompt aloud once, then ask students to restate its decision or explanation in their own words.</a:t>
            </a:r>
          </a:p>
          <a:p xmlns:a="http://schemas.openxmlformats.org/drawingml/2006/main">
            <a:r>
              <a:t>Model the sequence: Read → Select → Explain → Check. Use the starter "I can now explain …" only if students need it.</a:t>
            </a:r>
          </a:p>
          <a:p xmlns:a="http://schemas.openxmlformats.org/drawingml/2006/main">
            <a:r>
              <a:t>Look for: selects rather than accumulates evidence; explains change in thinking; keeps export separate from submission.</a:t>
            </a:r>
          </a:p>
          <a:p xmlns:a="http://schemas.openxmlformats.org/drawingml/2006/main">
            <a:r>
              <a:t>Misconception to correct: saving locally means the work has been submitted or formally assessed. It has not.</a:t>
            </a:r>
          </a:p>
          <a:p xmlns:a="http://schemas.openxmlformats.org/drawingml/2006/main">
            <a:r>
              <a:t>Transition: close with a three-part exit ticket and the teacher-controlled next step.</a:t>
            </a:r>
          </a:p>
          <a:p xmlns:a="http://schemas.openxmlformats.org/drawingml/2006/main">
            <a:r>
              <a:t/>
            </a:r>
          </a:p>
          <a:p xmlns:a="http://schemas.openxmlformats.org/drawingml/2006/main">
            <a:r>
              <a:t>[Sources]</a:t>
            </a:r>
          </a:p>
          <a:p xmlns:a="http://schemas.openxmlformats.org/drawingml/2006/main">
            <a:r>
              <a:t>- Teacher-supplied Food in Australia unit program and Classroom/Drive masters; private identifiers retained only in source-map v1.1.</a:t>
            </a:r>
          </a:p>
          <a:p xmlns:a="http://schemas.openxmlformats.org/drawingml/2006/main">
            <a:r>
              <a:t>- NESA Food Technology Years 7–10 Syllabus (2019), the controlling 2026 syllabus basis recorded in source-map v1.1.</a:t>
            </a:r>
          </a:p>
          <a:p xmlns:a="http://schemas.openxmlformats.org/drawingml/2006/main">
            <a:r>
              <a:t>- Course evidence record for m10-s03: Course synthesis and reflection.</a:t>
            </a:r>
          </a:p>
          <a:p xmlns:a="http://schemas.openxmlformats.org/drawingml/2006/main">
            <a:r>
              <a:t>- Course folio contract: device-local saving is not submission.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Give students one minute to write all three exit lines. Ask for a specific connection, not a generic summary.</a:t>
            </a:r>
          </a:p>
          <a:p xmlns:a="http://schemas.openxmlformats.org/drawingml/2006/main">
            <a:r>
              <a:t>Listen for the module takeaway: Strong assessment evidence is selected, explained, qualified and kept within teacher directions.</a:t>
            </a:r>
          </a:p>
          <a:p xmlns:a="http://schemas.openxmlformats.org/drawingml/2006/main">
            <a:r>
              <a:t>State the sign-off exactly as shown: Teacher to confirm the current formal task, due date, weighting, required evidence and submission instructions.</a:t>
            </a:r>
          </a:p>
          <a:p xmlns:a="http://schemas.openxmlformats.org/drawingml/2006/main">
            <a:r>
              <a:t>Do not announce a practical, due date, weighting, grade or submission route unless it is in the current teacher-issued instruction.</a:t>
            </a:r>
          </a:p>
          <a:p xmlns:a="http://schemas.openxmlformats.org/drawingml/2006/main">
            <a:r>
              <a:t>Close by directing students to the Module 10 page or My Folio only as the teacher decides.</a:t>
            </a:r>
          </a:p>
          <a:p xmlns:a="http://schemas.openxmlformats.org/drawingml/2006/main">
            <a:r>
              <a:t/>
            </a:r>
          </a:p>
          <a:p xmlns:a="http://schemas.openxmlformats.org/drawingml/2006/main">
            <a:r>
              <a:t>[Sources]</a:t>
            </a:r>
          </a:p>
          <a:p xmlns:a="http://schemas.openxmlformats.org/drawingml/2006/main">
            <a:r>
              <a:t>- Teacher-supplied Food in Australia unit program and Classroom/Drive masters; private identifiers retained only in source-map v1.1.</a:t>
            </a:r>
          </a:p>
          <a:p xmlns:a="http://schemas.openxmlformats.org/drawingml/2006/main">
            <a:r>
              <a:t>- NESA Food Technology Years 7–10 Syllabus (2019), the controlling 2026 syllabus basis recorded in source-map v1.1.</a:t>
            </a:r>
          </a:p>
          <a:p xmlns:a="http://schemas.openxmlformats.org/drawingml/2006/main">
            <a:r>
              <a:t>- Current Year 9 Assessment Booklet 2026: course-level task boundaries only; this deck does not invent unit task details.</a:t>
            </a:r>
          </a:p>
          <a:p xmlns:a="http://schemas.openxmlformats.org/drawingml/2006/main">
            <a:r>
              <a:t>- Course source-map v1.1 and assessment-orientation boundary.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78a8d3169ce459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dd752e3cb134596" /><Relationship Type="http://schemas.openxmlformats.org/officeDocument/2006/relationships/slideLayout" Target="/ppt/slideLayouts/slideLayout1.xml" Id="R1b44955f21da47a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b44955f21da47a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87c11473de6241f0" /><Relationship Type="http://schemas.openxmlformats.org/officeDocument/2006/relationships/image" Target="/ppt/media/image.png" Id="Rdd511cd9099742ed" /><Relationship Type="http://schemas.openxmlformats.org/officeDocument/2006/relationships/notesSlide" Target="/ppt/notesSlides/notesSlide1.xml" Id="Race232652c6d47ae"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cb1ec656b89145a1" /><Relationship Type="http://schemas.openxmlformats.org/officeDocument/2006/relationships/notesSlide" Target="/ppt/notesSlides/notesSlide2.xml" Id="Rea7f7c70d62a44ce"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96768f3fba1a4fe9" /><Relationship Type="http://schemas.openxmlformats.org/officeDocument/2006/relationships/notesSlide" Target="/ppt/notesSlides/notesSlide3.xml" Id="R0444137c9b3d4d05"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ce4d117c2d3e4131" /><Relationship Type="http://schemas.openxmlformats.org/officeDocument/2006/relationships/image" Target="/ppt/media/image2.png" Id="R1ea26331cafe4be5" /><Relationship Type="http://schemas.openxmlformats.org/officeDocument/2006/relationships/notesSlide" Target="/ppt/notesSlides/notesSlide4.xml" Id="R1cc39714039e426f"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f06fcbeb25b342ca" /><Relationship Type="http://schemas.openxmlformats.org/officeDocument/2006/relationships/image" Target="/ppt/media/image3.png" Id="Ra63d9f87b79a4892" /><Relationship Type="http://schemas.openxmlformats.org/officeDocument/2006/relationships/notesSlide" Target="/ppt/notesSlides/notesSlide5.xml" Id="R46a78547825748a7"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09d902a90b1c434e" /><Relationship Type="http://schemas.openxmlformats.org/officeDocument/2006/relationships/notesSlide" Target="/ppt/notesSlides/notesSlide6.xml" Id="R7e54b05a9dd64785"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b2cc9e52c6624522" /><Relationship Type="http://schemas.openxmlformats.org/officeDocument/2006/relationships/notesSlide" Target="/ppt/notesSlides/notesSlide7.xml" Id="R8d7f5766e5634759"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30124bd0fefb4517" /><Relationship Type="http://schemas.openxmlformats.org/officeDocument/2006/relationships/notesSlide" Target="/ppt/notesSlides/notesSlide8.xml" Id="Rb2cd579bd4f14f71" /></Relationships>
</file>

<file path=ppt/slides/slide1.xml><?xml version="1.0" encoding="utf-8"?>
<p:sld xmlns:p="http://schemas.openxmlformats.org/presentationml/2006/main">
  <p:cSld>
    <p:bg>
      <p:bgPr>
        <a:solidFill xmlns:a="http://schemas.openxmlformats.org/drawingml/2006/main">
          <a:srgbClr val="154332"/>
        </a:solidFill>
      </p:bgPr>
    </p:bg>
    <p:spTree>
      <p:nvGrpSpPr>
        <p:cNvPr id="1" name=""/>
        <p:cNvGrpSpPr/>
        <p:nvPr/>
      </p:nvGrpSpPr>
      <p:grpSpPr>
        <a:xfrm xmlns:a="http://schemas.openxmlformats.org/drawingml/2006/main"/>
      </p:grpSpPr>
      <p:sp>
        <p:nvSpPr>
          <p:cNvPr id="12" name="cover-image-field">
            <a:extLst xmlns:a="http://schemas.openxmlformats.org/drawingml/2006/main">
              <a:ext uri="{FF2B5EF4-FFF2-40B4-BE49-F238E27FC236}">
                <a16:creationId xmlns:a16="http://schemas.microsoft.com/office/drawing/2014/main" id="{C2FF6BC9-0FDC-4F98-BDB5-C35D39BDBC7E}"/>
              </a:ext>
            </a:extLst>
          </p:cNvPr>
          <p:cNvSpPr>
            <a:spLocks xmlns:a="http://schemas.openxmlformats.org/drawingml/2006/main" noGrp="1"/>
          </p:cNvSpPr>
          <p:nvPr/>
        </p:nvSpPr>
        <p:spPr>
          <a:xfrm xmlns:a="http://schemas.openxmlformats.org/drawingml/2006/main">
            <a:off x="6705600" y="0"/>
            <a:ext cx="5486400" cy="6858000"/>
          </a:xfrm>
          <a:prstGeom xmlns:a="http://schemas.openxmlformats.org/drawingml/2006/main" prst="rect">
            <a:avLst/>
          </a:prstGeom>
          <a:solidFill xmlns:a="http://schemas.openxmlformats.org/drawingml/2006/main">
            <a:srgbClr val="FFFDF8"/>
          </a:solidFill>
          <a:ln xmlns:a="http://schemas.openxmlformats.org/drawingml/2006/main" w="0">
            <a:noFill/>
            <a:prstDash val="solid"/>
          </a:ln>
        </p:spPr>
      </p:sp>
      <p:sp>
        <p:nvSpPr>
          <p:cNvPr id="2" name="cover-hero-frame">
            <a:extLst xmlns:a="http://schemas.openxmlformats.org/drawingml/2006/main">
              <a:ext uri="{FF2B5EF4-FFF2-40B4-BE49-F238E27FC236}">
                <a16:creationId xmlns:a16="http://schemas.microsoft.com/office/drawing/2014/main" id="{EDC6B9F2-2D7E-433C-9C01-E1E4CDB44C04}"/>
              </a:ext>
            </a:extLst>
          </p:cNvPr>
          <p:cNvSpPr>
            <a:spLocks xmlns:a="http://schemas.openxmlformats.org/drawingml/2006/main" noGrp="1"/>
          </p:cNvSpPr>
          <p:nvPr/>
        </p:nvSpPr>
        <p:spPr>
          <a:xfrm xmlns:a="http://schemas.openxmlformats.org/drawingml/2006/main">
            <a:off x="6762750" y="228600"/>
            <a:ext cx="5181600" cy="6019800"/>
          </a:xfrm>
          <a:prstGeom xmlns:a="http://schemas.openxmlformats.org/drawingml/2006/main" prst="roundRect">
            <a:avLst>
              <a:gd name="adj" fmla="val 2941"/>
            </a:avLst>
          </a:prstGeom>
          <a:solidFill xmlns:a="http://schemas.openxmlformats.org/drawingml/2006/main">
            <a:srgbClr val="FFFFFF"/>
          </a:solidFill>
          <a:ln xmlns:a="http://schemas.openxmlformats.org/drawingml/2006/main" w="9525">
            <a:solidFill>
              <a:srgbClr val="CDD5CF"/>
            </a:solidFill>
            <a:prstDash val="solid"/>
          </a:ln>
        </p:spPr>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dd511cd9099742ed"/>
          <a:srcRect xmlns:a="http://schemas.openxmlformats.org/drawingml/2006/main" l="21368" t="0" r="21368" b="0"/>
          <a:stretch xmlns:a="http://schemas.openxmlformats.org/drawingml/2006/main">
            <a:fillRect l="0" t="0" r="0" b="0"/>
          </a:stretch>
        </p:blipFill>
        <p:spPr>
          <a:xfrm xmlns:a="http://schemas.openxmlformats.org/drawingml/2006/main">
            <a:off x="6800850" y="266700"/>
            <a:ext cx="5105400" cy="5943600"/>
          </a:xfrm>
          <a:prstGeom xmlns:a="http://schemas.openxmlformats.org/drawingml/2006/main" prst="roundRect">
            <a:avLst>
              <a:gd name="adj" fmla="val 2239"/>
            </a:avLst>
          </a:prstGeom>
        </p:spPr>
      </p:pic>
      <p:sp>
        <p:nvSpPr>
          <p:cNvPr id="4" name="cover-notice-panel">
            <a:extLst xmlns:a="http://schemas.openxmlformats.org/drawingml/2006/main">
              <a:ext uri="{FF2B5EF4-FFF2-40B4-BE49-F238E27FC236}">
                <a16:creationId xmlns:a16="http://schemas.microsoft.com/office/drawing/2014/main" id="{D7BCB3C7-3FE2-4499-9169-A9C0D3DDDCB9}"/>
              </a:ext>
            </a:extLst>
          </p:cNvPr>
          <p:cNvSpPr>
            <a:spLocks xmlns:a="http://schemas.openxmlformats.org/drawingml/2006/main" noGrp="1"/>
          </p:cNvSpPr>
          <p:nvPr/>
        </p:nvSpPr>
        <p:spPr>
          <a:xfrm xmlns:a="http://schemas.openxmlformats.org/drawingml/2006/main">
            <a:off x="6953250" y="5619750"/>
            <a:ext cx="4800600" cy="438150"/>
          </a:xfrm>
          <a:prstGeom xmlns:a="http://schemas.openxmlformats.org/drawingml/2006/main" prst="roundRect">
            <a:avLst>
              <a:gd name="adj" fmla="val 21739"/>
            </a:avLst>
          </a:prstGeom>
          <a:solidFill xmlns:a="http://schemas.openxmlformats.org/drawingml/2006/main">
            <a:srgbClr val="FFFDF8"/>
          </a:solidFill>
          <a:ln xmlns:a="http://schemas.openxmlformats.org/drawingml/2006/main" w="9525">
            <a:solidFill>
              <a:srgbClr val="CDD5CF"/>
            </a:solidFill>
            <a:prstDash val="solid"/>
          </a:ln>
        </p:spPr>
      </p:sp>
      <p:sp>
        <p:nvSpPr>
          <p:cNvPr id="5" name="cover-notice">
            <a:extLst xmlns:a="http://schemas.openxmlformats.org/drawingml/2006/main">
              <a:ext uri="{FF2B5EF4-FFF2-40B4-BE49-F238E27FC236}">
                <a16:creationId xmlns:a16="http://schemas.microsoft.com/office/drawing/2014/main" id="{531013E7-4634-469C-9B4C-3BDC7C01679A}"/>
              </a:ext>
            </a:extLst>
          </p:cNvPr>
          <p:cNvSpPr>
            <a:spLocks xmlns:a="http://schemas.openxmlformats.org/drawingml/2006/main" noGrp="1"/>
          </p:cNvSpPr>
          <p:nvPr/>
        </p:nvSpPr>
        <p:spPr>
          <a:xfrm xmlns:a="http://schemas.openxmlformats.org/drawingml/2006/main">
            <a:off x="7105650" y="5753100"/>
            <a:ext cx="4495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200" b="0">
                <a:solidFill>
                  <a:srgbClr val="53645B"/>
                </a:solidFill>
                <a:latin typeface="Aptos"/>
                <a:ea typeface="Aptos"/>
                <a:cs typeface="Aptos"/>
              </a:defRPr>
            </a:pPr>
            <a:r>
              <a:rPr sz="1200" b="0">
                <a:solidFill>
                  <a:srgbClr val="53645B"/>
                </a:solidFill>
                <a:latin typeface="Aptos"/>
                <a:ea typeface="Aptos"/>
                <a:cs typeface="Aptos"/>
              </a:rPr>
              <a:t>Generated learning visual — not documentary evidence.</a:t>
            </a:r>
          </a:p>
        </p:txBody>
      </p:sp>
      <p:sp>
        <p:nvSpPr>
          <p:cNvPr id="6" name="cover-course">
            <a:extLst xmlns:a="http://schemas.openxmlformats.org/drawingml/2006/main">
              <a:ext uri="{FF2B5EF4-FFF2-40B4-BE49-F238E27FC236}">
                <a16:creationId xmlns:a16="http://schemas.microsoft.com/office/drawing/2014/main" id="{83E728AD-80AD-439C-830C-BB9BCE883E98}"/>
              </a:ext>
            </a:extLst>
          </p:cNvPr>
          <p:cNvSpPr>
            <a:spLocks xmlns:a="http://schemas.openxmlformats.org/drawingml/2006/main" noGrp="1"/>
          </p:cNvSpPr>
          <p:nvPr/>
        </p:nvSpPr>
        <p:spPr>
          <a:xfrm xmlns:a="http://schemas.openxmlformats.org/drawingml/2006/main">
            <a:off x="609600" y="619125"/>
            <a:ext cx="5143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1">
                <a:solidFill>
                  <a:srgbClr val="DDE9E2"/>
                </a:solidFill>
                <a:latin typeface="Aptos"/>
                <a:ea typeface="Aptos"/>
                <a:cs typeface="Aptos"/>
              </a:defRPr>
            </a:pPr>
            <a:r>
              <a:rPr sz="1500" b="1">
                <a:solidFill>
                  <a:srgbClr val="DDE9E2"/>
                </a:solidFill>
                <a:latin typeface="Aptos"/>
                <a:ea typeface="Aptos"/>
                <a:cs typeface="Aptos"/>
              </a:rPr>
              <a:t>YEAR 9 FOOD IN AUSTRALIA</a:t>
            </a:r>
          </a:p>
        </p:txBody>
      </p:sp>
      <p:sp>
        <p:nvSpPr>
          <p:cNvPr id="7" name="cover-rule">
            <a:extLst xmlns:a="http://schemas.openxmlformats.org/drawingml/2006/main">
              <a:ext uri="{FF2B5EF4-FFF2-40B4-BE49-F238E27FC236}">
                <a16:creationId xmlns:a16="http://schemas.microsoft.com/office/drawing/2014/main" id="{3E071267-1A4C-4654-9744-5D9EEDF95780}"/>
              </a:ext>
            </a:extLst>
          </p:cNvPr>
          <p:cNvSpPr>
            <a:spLocks xmlns:a="http://schemas.openxmlformats.org/drawingml/2006/main" noGrp="1"/>
          </p:cNvSpPr>
          <p:nvPr/>
        </p:nvSpPr>
        <p:spPr>
          <a:xfrm xmlns:a="http://schemas.openxmlformats.org/drawingml/2006/main">
            <a:off x="609600" y="1114425"/>
            <a:ext cx="685800" cy="66675"/>
          </a:xfrm>
          <a:prstGeom xmlns:a="http://schemas.openxmlformats.org/drawingml/2006/main" prst="rect">
            <a:avLst/>
          </a:prstGeom>
          <a:solidFill xmlns:a="http://schemas.openxmlformats.org/drawingml/2006/main">
            <a:srgbClr val="93442F"/>
          </a:solidFill>
          <a:ln xmlns:a="http://schemas.openxmlformats.org/drawingml/2006/main" w="0">
            <a:noFill/>
            <a:prstDash val="solid"/>
          </a:ln>
        </p:spPr>
      </p:sp>
      <p:sp>
        <p:nvSpPr>
          <p:cNvPr id="8" name="cover-module-label">
            <a:extLst xmlns:a="http://schemas.openxmlformats.org/drawingml/2006/main">
              <a:ext uri="{FF2B5EF4-FFF2-40B4-BE49-F238E27FC236}">
                <a16:creationId xmlns:a16="http://schemas.microsoft.com/office/drawing/2014/main" id="{7F2CEDD7-6B75-4EED-BEA7-4DA1BB83FFF1}"/>
              </a:ext>
            </a:extLst>
          </p:cNvPr>
          <p:cNvSpPr>
            <a:spLocks xmlns:a="http://schemas.openxmlformats.org/drawingml/2006/main" noGrp="1"/>
          </p:cNvSpPr>
          <p:nvPr/>
        </p:nvSpPr>
        <p:spPr>
          <a:xfrm xmlns:a="http://schemas.openxmlformats.org/drawingml/2006/main">
            <a:off x="609600" y="1466850"/>
            <a:ext cx="238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1">
                <a:solidFill>
                  <a:srgbClr val="F1E5CE"/>
                </a:solidFill>
                <a:latin typeface="Aptos"/>
                <a:ea typeface="Aptos"/>
                <a:cs typeface="Aptos"/>
              </a:defRPr>
            </a:pPr>
            <a:r>
              <a:rPr sz="1650" b="1">
                <a:solidFill>
                  <a:srgbClr val="F1E5CE"/>
                </a:solidFill>
                <a:latin typeface="Aptos"/>
                <a:ea typeface="Aptos"/>
                <a:cs typeface="Aptos"/>
              </a:rPr>
              <a:t>MODULE 10</a:t>
            </a:r>
          </a:p>
        </p:txBody>
      </p:sp>
      <p:sp>
        <p:nvSpPr>
          <p:cNvPr id="9" name="cover-title">
            <a:extLst xmlns:a="http://schemas.openxmlformats.org/drawingml/2006/main">
              <a:ext uri="{FF2B5EF4-FFF2-40B4-BE49-F238E27FC236}">
                <a16:creationId xmlns:a16="http://schemas.microsoft.com/office/drawing/2014/main" id="{723F9E90-F3F4-4CA7-94DA-0E94736F4DEA}"/>
              </a:ext>
            </a:extLst>
          </p:cNvPr>
          <p:cNvSpPr>
            <a:spLocks xmlns:a="http://schemas.openxmlformats.org/drawingml/2006/main" noGrp="1"/>
          </p:cNvSpPr>
          <p:nvPr/>
        </p:nvSpPr>
        <p:spPr>
          <a:xfrm xmlns:a="http://schemas.openxmlformats.org/drawingml/2006/main">
            <a:off x="609600" y="1952625"/>
            <a:ext cx="5381625"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5100" b="1">
                <a:solidFill>
                  <a:srgbClr val="FFFFFF"/>
                </a:solidFill>
                <a:latin typeface="Aptos Display"/>
                <a:ea typeface="Aptos Display"/>
                <a:cs typeface="Aptos Display"/>
              </a:defRPr>
            </a:pPr>
            <a:r>
              <a:rPr sz="5100" b="1">
                <a:solidFill>
                  <a:srgbClr val="FFFFFF"/>
                </a:solidFill>
                <a:latin typeface="Aptos Display"/>
                <a:ea typeface="Aptos Display"/>
                <a:cs typeface="Aptos Display"/>
              </a:rPr>
              <a:t>Synthesis and assessment readiness</a:t>
            </a:r>
          </a:p>
        </p:txBody>
      </p:sp>
      <p:sp>
        <p:nvSpPr>
          <p:cNvPr id="10" name="cover-outcome">
            <a:extLst xmlns:a="http://schemas.openxmlformats.org/drawingml/2006/main">
              <a:ext uri="{FF2B5EF4-FFF2-40B4-BE49-F238E27FC236}">
                <a16:creationId xmlns:a16="http://schemas.microsoft.com/office/drawing/2014/main" id="{3B3137B1-B41C-403D-AC53-D3DDCE7E01F8}"/>
              </a:ext>
            </a:extLst>
          </p:cNvPr>
          <p:cNvSpPr>
            <a:spLocks xmlns:a="http://schemas.openxmlformats.org/drawingml/2006/main" noGrp="1"/>
          </p:cNvSpPr>
          <p:nvPr/>
        </p:nvSpPr>
        <p:spPr>
          <a:xfrm xmlns:a="http://schemas.openxmlformats.org/drawingml/2006/main">
            <a:off x="609600" y="4476750"/>
            <a:ext cx="52578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75" b="0">
                <a:solidFill>
                  <a:srgbClr val="EAF2ED"/>
                </a:solidFill>
                <a:latin typeface="Aptos"/>
                <a:ea typeface="Aptos"/>
                <a:cs typeface="Aptos"/>
              </a:defRPr>
            </a:pPr>
            <a:r>
              <a:rPr sz="1875" b="0">
                <a:solidFill>
                  <a:srgbClr val="EAF2ED"/>
                </a:solidFill>
                <a:latin typeface="Aptos"/>
                <a:ea typeface="Aptos"/>
                <a:cs typeface="Aptos"/>
              </a:rPr>
              <a:t>Strong assessment evidence is selected, explained, qualified and kept within teacher directions.</a:t>
            </a:r>
          </a:p>
        </p:txBody>
      </p:sp>
      <p:sp>
        <p:nvSpPr>
          <p:cNvPr id="11" name="cover-footer">
            <a:extLst xmlns:a="http://schemas.openxmlformats.org/drawingml/2006/main">
              <a:ext uri="{FF2B5EF4-FFF2-40B4-BE49-F238E27FC236}">
                <a16:creationId xmlns:a16="http://schemas.microsoft.com/office/drawing/2014/main" id="{E7E820BB-AA70-4384-A580-310E28D60FEC}"/>
              </a:ext>
            </a:extLst>
          </p:cNvPr>
          <p:cNvSpPr>
            <a:spLocks xmlns:a="http://schemas.openxmlformats.org/drawingml/2006/main" noGrp="1"/>
          </p:cNvSpPr>
          <p:nvPr/>
        </p:nvSpPr>
        <p:spPr>
          <a:xfrm xmlns:a="http://schemas.openxmlformats.org/drawingml/2006/main">
            <a:off x="609600" y="6324600"/>
            <a:ext cx="5810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0">
                <a:solidFill>
                  <a:srgbClr val="BFD1C6"/>
                </a:solidFill>
                <a:latin typeface="Aptos"/>
                <a:ea typeface="Aptos"/>
                <a:cs typeface="Aptos"/>
              </a:defRPr>
            </a:pPr>
            <a:r>
              <a:rPr sz="1050" b="0">
                <a:solidFill>
                  <a:srgbClr val="BFD1C6"/>
                </a:solidFill>
                <a:latin typeface="Aptos"/>
                <a:ea typeface="Aptos"/>
                <a:cs typeface="Aptos"/>
              </a:rPr>
              <a:t>Editable classroom presentation  •  Local review copy</a:t>
            </a:r>
          </a:p>
        </p:txBody>
      </p:sp>
    </p:spTree>
    <p:extLst>
      <p:ext uri="{BB962C8B-B14F-4D97-AF65-F5344CB8AC3E}">
        <p14:creationId xmlns:p14="http://schemas.microsoft.com/office/powerpoint/2010/main" val="188849600"/>
      </p:ext>
    </p:extLst>
  </p:cSld>
</p:sld>
</file>

<file path=ppt/slides/slide2.xml><?xml version="1.0" encoding="utf-8"?>
<p:sld xmlns:p="http://schemas.openxmlformats.org/presentationml/2006/main">
  <p:cSld>
    <p:bg>
      <p:bgPr>
        <a:solidFill xmlns:a="http://schemas.openxmlformats.org/drawingml/2006/main">
          <a:srgbClr val="FFFDF8"/>
        </a:solidFill>
      </p:bgPr>
    </p:bg>
    <p:spTree>
      <p:nvGrpSpPr>
        <p:cNvPr id="1" name=""/>
        <p:cNvGrpSpPr/>
        <p:nvPr/>
      </p:nvGrpSpPr>
      <p:grpSpPr>
        <a:xfrm xmlns:a="http://schemas.openxmlformats.org/drawingml/2006/main"/>
      </p:grpSpPr>
      <p:sp>
        <p:nvSpPr>
          <p:cNvPr id="22" name="top-accent-2">
            <a:extLst xmlns:a="http://schemas.openxmlformats.org/drawingml/2006/main">
              <a:ext uri="{FF2B5EF4-FFF2-40B4-BE49-F238E27FC236}">
                <a16:creationId xmlns:a16="http://schemas.microsoft.com/office/drawing/2014/main" id="{04523BC9-2E35-4E95-91E8-C0756B4F42A6}"/>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93442F"/>
          </a:solidFill>
          <a:ln xmlns:a="http://schemas.openxmlformats.org/drawingml/2006/main" w="0">
            <a:noFill/>
            <a:prstDash val="solid"/>
          </a:ln>
        </p:spPr>
      </p:sp>
      <p:sp>
        <p:nvSpPr>
          <p:cNvPr id="2" name="footer-module-2">
            <a:extLst xmlns:a="http://schemas.openxmlformats.org/drawingml/2006/main">
              <a:ext uri="{FF2B5EF4-FFF2-40B4-BE49-F238E27FC236}">
                <a16:creationId xmlns:a16="http://schemas.microsoft.com/office/drawing/2014/main" id="{60263EFA-5639-486B-8675-B742A7358FA1}"/>
              </a:ext>
            </a:extLst>
          </p:cNvPr>
          <p:cNvSpPr>
            <a:spLocks xmlns:a="http://schemas.openxmlformats.org/drawingml/2006/main" noGrp="1"/>
          </p:cNvSpPr>
          <p:nvPr/>
        </p:nvSpPr>
        <p:spPr>
          <a:xfrm xmlns:a="http://schemas.openxmlformats.org/drawingml/2006/main">
            <a:off x="533400" y="6505575"/>
            <a:ext cx="638175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53645B"/>
                </a:solidFill>
                <a:latin typeface="Aptos"/>
                <a:ea typeface="Aptos"/>
                <a:cs typeface="Aptos"/>
              </a:defRPr>
            </a:pPr>
            <a:r>
              <a:rPr sz="1050" b="1">
                <a:solidFill>
                  <a:srgbClr val="53645B"/>
                </a:solidFill>
                <a:latin typeface="Aptos"/>
                <a:ea typeface="Aptos"/>
                <a:cs typeface="Aptos"/>
              </a:rPr>
              <a:t>YEAR 9 FOOD IN AUSTRALIA  •  MODULE 10</a:t>
            </a:r>
          </a:p>
        </p:txBody>
      </p:sp>
      <p:sp>
        <p:nvSpPr>
          <p:cNvPr id="3" name="footer-page-2">
            <a:extLst xmlns:a="http://schemas.openxmlformats.org/drawingml/2006/main">
              <a:ext uri="{FF2B5EF4-FFF2-40B4-BE49-F238E27FC236}">
                <a16:creationId xmlns:a16="http://schemas.microsoft.com/office/drawing/2014/main" id="{81DBDBAB-51B5-48B5-B3F3-0F738D005E7F}"/>
              </a:ext>
            </a:extLst>
          </p:cNvPr>
          <p:cNvSpPr>
            <a:spLocks xmlns:a="http://schemas.openxmlformats.org/drawingml/2006/main" noGrp="1"/>
          </p:cNvSpPr>
          <p:nvPr/>
        </p:nvSpPr>
        <p:spPr>
          <a:xfrm xmlns:a="http://schemas.openxmlformats.org/drawingml/2006/main">
            <a:off x="11144250" y="6486525"/>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1">
                <a:solidFill>
                  <a:srgbClr val="53645B"/>
                </a:solidFill>
                <a:latin typeface="Aptos"/>
                <a:ea typeface="Aptos"/>
                <a:cs typeface="Aptos"/>
              </a:defRPr>
            </a:pPr>
            <a:r>
              <a:rPr sz="1050" b="1">
                <a:solidFill>
                  <a:srgbClr val="53645B"/>
                </a:solidFill>
                <a:latin typeface="Aptos"/>
                <a:ea typeface="Aptos"/>
                <a:cs typeface="Aptos"/>
              </a:rPr>
              <a:t>02</a:t>
            </a:r>
          </a:p>
        </p:txBody>
      </p:sp>
      <p:sp>
        <p:nvSpPr>
          <p:cNvPr id="4" name="section-label-2">
            <a:extLst xmlns:a="http://schemas.openxmlformats.org/drawingml/2006/main">
              <a:ext uri="{FF2B5EF4-FFF2-40B4-BE49-F238E27FC236}">
                <a16:creationId xmlns:a16="http://schemas.microsoft.com/office/drawing/2014/main" id="{E7C63217-5E67-4360-A566-F421444191F2}"/>
              </a:ext>
            </a:extLst>
          </p:cNvPr>
          <p:cNvSpPr>
            <a:spLocks xmlns:a="http://schemas.openxmlformats.org/drawingml/2006/main" noGrp="1"/>
          </p:cNvSpPr>
          <p:nvPr/>
        </p:nvSpPr>
        <p:spPr>
          <a:xfrm xmlns:a="http://schemas.openxmlformats.org/drawingml/2006/main">
            <a:off x="533400" y="304800"/>
            <a:ext cx="628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1">
                <a:solidFill>
                  <a:srgbClr val="93442F"/>
                </a:solidFill>
                <a:latin typeface="Aptos"/>
                <a:ea typeface="Aptos"/>
                <a:cs typeface="Aptos"/>
              </a:defRPr>
            </a:pPr>
            <a:r>
              <a:rPr sz="1275" b="1">
                <a:solidFill>
                  <a:srgbClr val="93442F"/>
                </a:solidFill>
                <a:latin typeface="Aptos"/>
                <a:ea typeface="Aptos"/>
                <a:cs typeface="Aptos"/>
              </a:rPr>
              <a:t>SYNTHESIS AND ASSESSMENT READINESS · LEARNING PATHWAY</a:t>
            </a:r>
          </a:p>
        </p:txBody>
      </p:sp>
      <p:sp>
        <p:nvSpPr>
          <p:cNvPr id="5" name="slide-title-2">
            <a:extLst xmlns:a="http://schemas.openxmlformats.org/drawingml/2006/main">
              <a:ext uri="{FF2B5EF4-FFF2-40B4-BE49-F238E27FC236}">
                <a16:creationId xmlns:a16="http://schemas.microsoft.com/office/drawing/2014/main" id="{6C4E08D2-4E96-433D-B3C2-0CE523551AFD}"/>
              </a:ext>
            </a:extLst>
          </p:cNvPr>
          <p:cNvSpPr>
            <a:spLocks xmlns:a="http://schemas.openxmlformats.org/drawingml/2006/main" noGrp="1"/>
          </p:cNvSpPr>
          <p:nvPr/>
        </p:nvSpPr>
        <p:spPr>
          <a:xfrm xmlns:a="http://schemas.openxmlformats.org/drawingml/2006/main">
            <a:off x="533400" y="638175"/>
            <a:ext cx="110871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17231E"/>
                </a:solidFill>
                <a:latin typeface="Aptos Display"/>
                <a:ea typeface="Aptos Display"/>
                <a:cs typeface="Aptos Display"/>
              </a:defRPr>
            </a:pPr>
            <a:r>
              <a:rPr sz="3600" b="1">
                <a:solidFill>
                  <a:srgbClr val="17231E"/>
                </a:solidFill>
                <a:latin typeface="Aptos Display"/>
                <a:ea typeface="Aptos Display"/>
                <a:cs typeface="Aptos Display"/>
              </a:rPr>
              <a:t>Three ideas build one explanation</a:t>
            </a:r>
          </a:p>
        </p:txBody>
      </p:sp>
      <p:sp>
        <p:nvSpPr>
          <p:cNvPr id="6" name="arc-retrieval-prompt">
            <a:extLst xmlns:a="http://schemas.openxmlformats.org/drawingml/2006/main">
              <a:ext uri="{FF2B5EF4-FFF2-40B4-BE49-F238E27FC236}">
                <a16:creationId xmlns:a16="http://schemas.microsoft.com/office/drawing/2014/main" id="{9EFDDB70-BA40-456B-BD9E-64B0E8BD606E}"/>
              </a:ext>
            </a:extLst>
          </p:cNvPr>
          <p:cNvSpPr>
            <a:spLocks xmlns:a="http://schemas.openxmlformats.org/drawingml/2006/main" noGrp="1"/>
          </p:cNvSpPr>
          <p:nvPr/>
        </p:nvSpPr>
        <p:spPr>
          <a:xfrm xmlns:a="http://schemas.openxmlformats.org/drawingml/2006/main">
            <a:off x="533400" y="1352550"/>
            <a:ext cx="904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3645B"/>
                </a:solidFill>
                <a:latin typeface="Aptos"/>
                <a:ea typeface="Aptos"/>
                <a:cs typeface="Aptos"/>
              </a:defRPr>
            </a:pPr>
            <a:r>
              <a:rPr sz="1725" b="0">
                <a:solidFill>
                  <a:srgbClr val="53645B"/>
                </a:solidFill>
                <a:latin typeface="Aptos"/>
                <a:ea typeface="Aptos"/>
                <a:cs typeface="Aptos"/>
              </a:rPr>
              <a:t>Retrieval warm-up: What do you already know—and what needs checking?</a:t>
            </a:r>
          </a:p>
        </p:txBody>
      </p:sp>
      <p:sp>
        <p:nvSpPr>
          <p:cNvPr id="7" name="arc-connector">
            <a:extLst xmlns:a="http://schemas.openxmlformats.org/drawingml/2006/main">
              <a:ext uri="{FF2B5EF4-FFF2-40B4-BE49-F238E27FC236}">
                <a16:creationId xmlns:a16="http://schemas.microsoft.com/office/drawing/2014/main" id="{2E746251-E41C-45A9-AB53-FB29C881EF84}"/>
              </a:ext>
            </a:extLst>
          </p:cNvPr>
          <p:cNvSpPr>
            <a:spLocks xmlns:a="http://schemas.openxmlformats.org/drawingml/2006/main" noGrp="1"/>
          </p:cNvSpPr>
          <p:nvPr/>
        </p:nvSpPr>
        <p:spPr>
          <a:xfrm xmlns:a="http://schemas.openxmlformats.org/drawingml/2006/main">
            <a:off x="1981200" y="2647950"/>
            <a:ext cx="8229600" cy="0"/>
          </a:xfrm>
          <a:prstGeom xmlns:a="http://schemas.openxmlformats.org/drawingml/2006/main" prst="line">
            <a:avLst/>
          </a:prstGeom>
          <a:noFill xmlns:a="http://schemas.openxmlformats.org/drawingml/2006/main"/>
          <a:ln xmlns:a="http://schemas.openxmlformats.org/drawingml/2006/main" w="38100">
            <a:solidFill>
              <a:srgbClr val="93442F"/>
            </a:solidFill>
            <a:prstDash val="solid"/>
          </a:ln>
        </p:spPr>
      </p:sp>
      <p:sp>
        <p:nvSpPr>
          <p:cNvPr id="8" name="arc-node-1">
            <a:extLst xmlns:a="http://schemas.openxmlformats.org/drawingml/2006/main">
              <a:ext uri="{FF2B5EF4-FFF2-40B4-BE49-F238E27FC236}">
                <a16:creationId xmlns:a16="http://schemas.microsoft.com/office/drawing/2014/main" id="{B9F6F833-3DCB-4636-8CC3-634289B79D42}"/>
              </a:ext>
            </a:extLst>
          </p:cNvPr>
          <p:cNvSpPr>
            <a:spLocks xmlns:a="http://schemas.openxmlformats.org/drawingml/2006/main" noGrp="1"/>
          </p:cNvSpPr>
          <p:nvPr/>
        </p:nvSpPr>
        <p:spPr>
          <a:xfrm xmlns:a="http://schemas.openxmlformats.org/drawingml/2006/main">
            <a:off x="1752600" y="2419350"/>
            <a:ext cx="457200" cy="457200"/>
          </a:xfrm>
          <a:prstGeom xmlns:a="http://schemas.openxmlformats.org/drawingml/2006/main" prst="roundRect">
            <a:avLst>
              <a:gd name="adj" fmla="val 50000"/>
            </a:avLst>
          </a:prstGeom>
          <a:solidFill xmlns:a="http://schemas.openxmlformats.org/drawingml/2006/main">
            <a:srgbClr val="205D46"/>
          </a:solidFill>
          <a:ln xmlns:a="http://schemas.openxmlformats.org/drawingml/2006/main" w="28575">
            <a:solidFill>
              <a:srgbClr val="FFFFFF"/>
            </a:solidFill>
            <a:prstDash val="solid"/>
          </a:ln>
        </p:spPr>
      </p:sp>
      <p:sp>
        <p:nvSpPr>
          <p:cNvPr id="9" name="arc-number-1">
            <a:extLst xmlns:a="http://schemas.openxmlformats.org/drawingml/2006/main">
              <a:ext uri="{FF2B5EF4-FFF2-40B4-BE49-F238E27FC236}">
                <a16:creationId xmlns:a16="http://schemas.microsoft.com/office/drawing/2014/main" id="{A6AF0752-BD3F-4506-A82C-74FC8F79BA9F}"/>
              </a:ext>
            </a:extLst>
          </p:cNvPr>
          <p:cNvSpPr>
            <a:spLocks xmlns:a="http://schemas.openxmlformats.org/drawingml/2006/main" noGrp="1"/>
          </p:cNvSpPr>
          <p:nvPr/>
        </p:nvSpPr>
        <p:spPr>
          <a:xfrm xmlns:a="http://schemas.openxmlformats.org/drawingml/2006/main">
            <a:off x="1847850" y="2514600"/>
            <a:ext cx="2667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500" b="1">
                <a:solidFill>
                  <a:srgbClr val="FFFFFF"/>
                </a:solidFill>
                <a:latin typeface="Aptos"/>
                <a:ea typeface="Aptos"/>
                <a:cs typeface="Aptos"/>
              </a:defRPr>
            </a:pPr>
            <a:r>
              <a:rPr sz="1500" b="1">
                <a:solidFill>
                  <a:srgbClr val="FFFFFF"/>
                </a:solidFill>
                <a:latin typeface="Aptos"/>
                <a:ea typeface="Aptos"/>
                <a:cs typeface="Aptos"/>
              </a:rPr>
              <a:t>1</a:t>
            </a:r>
          </a:p>
        </p:txBody>
      </p:sp>
      <p:sp>
        <p:nvSpPr>
          <p:cNvPr id="10" name="arc-node-2">
            <a:extLst xmlns:a="http://schemas.openxmlformats.org/drawingml/2006/main">
              <a:ext uri="{FF2B5EF4-FFF2-40B4-BE49-F238E27FC236}">
                <a16:creationId xmlns:a16="http://schemas.microsoft.com/office/drawing/2014/main" id="{79931866-2ADD-4B7B-89F0-7BC145E2B4BC}"/>
              </a:ext>
            </a:extLst>
          </p:cNvPr>
          <p:cNvSpPr>
            <a:spLocks xmlns:a="http://schemas.openxmlformats.org/drawingml/2006/main" noGrp="1"/>
          </p:cNvSpPr>
          <p:nvPr/>
        </p:nvSpPr>
        <p:spPr>
          <a:xfrm xmlns:a="http://schemas.openxmlformats.org/drawingml/2006/main">
            <a:off x="5867400" y="2419350"/>
            <a:ext cx="457200" cy="457200"/>
          </a:xfrm>
          <a:prstGeom xmlns:a="http://schemas.openxmlformats.org/drawingml/2006/main" prst="roundRect">
            <a:avLst>
              <a:gd name="adj" fmla="val 50000"/>
            </a:avLst>
          </a:prstGeom>
          <a:solidFill xmlns:a="http://schemas.openxmlformats.org/drawingml/2006/main">
            <a:srgbClr val="93442F"/>
          </a:solidFill>
          <a:ln xmlns:a="http://schemas.openxmlformats.org/drawingml/2006/main" w="28575">
            <a:solidFill>
              <a:srgbClr val="FFFFFF"/>
            </a:solidFill>
            <a:prstDash val="solid"/>
          </a:ln>
        </p:spPr>
      </p:sp>
      <p:sp>
        <p:nvSpPr>
          <p:cNvPr id="11" name="arc-number-2">
            <a:extLst xmlns:a="http://schemas.openxmlformats.org/drawingml/2006/main">
              <a:ext uri="{FF2B5EF4-FFF2-40B4-BE49-F238E27FC236}">
                <a16:creationId xmlns:a16="http://schemas.microsoft.com/office/drawing/2014/main" id="{3E449094-AAD4-4492-9E9D-0FA47FEC1007}"/>
              </a:ext>
            </a:extLst>
          </p:cNvPr>
          <p:cNvSpPr>
            <a:spLocks xmlns:a="http://schemas.openxmlformats.org/drawingml/2006/main" noGrp="1"/>
          </p:cNvSpPr>
          <p:nvPr/>
        </p:nvSpPr>
        <p:spPr>
          <a:xfrm xmlns:a="http://schemas.openxmlformats.org/drawingml/2006/main">
            <a:off x="5962650" y="2514600"/>
            <a:ext cx="2667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500" b="1">
                <a:solidFill>
                  <a:srgbClr val="FFFFFF"/>
                </a:solidFill>
                <a:latin typeface="Aptos"/>
                <a:ea typeface="Aptos"/>
                <a:cs typeface="Aptos"/>
              </a:defRPr>
            </a:pPr>
            <a:r>
              <a:rPr sz="1500" b="1">
                <a:solidFill>
                  <a:srgbClr val="FFFFFF"/>
                </a:solidFill>
                <a:latin typeface="Aptos"/>
                <a:ea typeface="Aptos"/>
                <a:cs typeface="Aptos"/>
              </a:rPr>
              <a:t>2</a:t>
            </a:r>
          </a:p>
        </p:txBody>
      </p:sp>
      <p:sp>
        <p:nvSpPr>
          <p:cNvPr id="12" name="arc-node-3">
            <a:extLst xmlns:a="http://schemas.openxmlformats.org/drawingml/2006/main">
              <a:ext uri="{FF2B5EF4-FFF2-40B4-BE49-F238E27FC236}">
                <a16:creationId xmlns:a16="http://schemas.microsoft.com/office/drawing/2014/main" id="{D129B1F3-7ACC-42AA-A01A-308DEE1C31D1}"/>
              </a:ext>
            </a:extLst>
          </p:cNvPr>
          <p:cNvSpPr>
            <a:spLocks xmlns:a="http://schemas.openxmlformats.org/drawingml/2006/main" noGrp="1"/>
          </p:cNvSpPr>
          <p:nvPr/>
        </p:nvSpPr>
        <p:spPr>
          <a:xfrm xmlns:a="http://schemas.openxmlformats.org/drawingml/2006/main">
            <a:off x="9982200" y="2419350"/>
            <a:ext cx="457200" cy="457200"/>
          </a:xfrm>
          <a:prstGeom xmlns:a="http://schemas.openxmlformats.org/drawingml/2006/main" prst="roundRect">
            <a:avLst>
              <a:gd name="adj" fmla="val 50000"/>
            </a:avLst>
          </a:prstGeom>
          <a:solidFill xmlns:a="http://schemas.openxmlformats.org/drawingml/2006/main">
            <a:srgbClr val="205D46"/>
          </a:solidFill>
          <a:ln xmlns:a="http://schemas.openxmlformats.org/drawingml/2006/main" w="28575">
            <a:solidFill>
              <a:srgbClr val="FFFFFF"/>
            </a:solidFill>
            <a:prstDash val="solid"/>
          </a:ln>
        </p:spPr>
      </p:sp>
      <p:sp>
        <p:nvSpPr>
          <p:cNvPr id="13" name="arc-number-3">
            <a:extLst xmlns:a="http://schemas.openxmlformats.org/drawingml/2006/main">
              <a:ext uri="{FF2B5EF4-FFF2-40B4-BE49-F238E27FC236}">
                <a16:creationId xmlns:a16="http://schemas.microsoft.com/office/drawing/2014/main" id="{EBA8D381-38F7-4B15-B1AB-C3EA1ABA6BFE}"/>
              </a:ext>
            </a:extLst>
          </p:cNvPr>
          <p:cNvSpPr>
            <a:spLocks xmlns:a="http://schemas.openxmlformats.org/drawingml/2006/main" noGrp="1"/>
          </p:cNvSpPr>
          <p:nvPr/>
        </p:nvSpPr>
        <p:spPr>
          <a:xfrm xmlns:a="http://schemas.openxmlformats.org/drawingml/2006/main">
            <a:off x="10077450" y="2514600"/>
            <a:ext cx="2667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500" b="1">
                <a:solidFill>
                  <a:srgbClr val="FFFFFF"/>
                </a:solidFill>
                <a:latin typeface="Aptos"/>
                <a:ea typeface="Aptos"/>
                <a:cs typeface="Aptos"/>
              </a:defRPr>
            </a:pPr>
            <a:r>
              <a:rPr sz="1500" b="1">
                <a:solidFill>
                  <a:srgbClr val="FFFFFF"/>
                </a:solidFill>
                <a:latin typeface="Aptos"/>
                <a:ea typeface="Aptos"/>
                <a:cs typeface="Aptos"/>
              </a:rPr>
              <a:t>3</a:t>
            </a:r>
          </a:p>
        </p:txBody>
      </p:sp>
      <p:sp>
        <p:nvSpPr>
          <p:cNvPr id="14" name="arc-section-title-1">
            <a:extLst xmlns:a="http://schemas.openxmlformats.org/drawingml/2006/main">
              <a:ext uri="{FF2B5EF4-FFF2-40B4-BE49-F238E27FC236}">
                <a16:creationId xmlns:a16="http://schemas.microsoft.com/office/drawing/2014/main" id="{E334A197-D32E-4CCD-A919-ED3B9277845F}"/>
              </a:ext>
            </a:extLst>
          </p:cNvPr>
          <p:cNvSpPr>
            <a:spLocks xmlns:a="http://schemas.openxmlformats.org/drawingml/2006/main" noGrp="1"/>
          </p:cNvSpPr>
          <p:nvPr/>
        </p:nvSpPr>
        <p:spPr>
          <a:xfrm xmlns:a="http://schemas.openxmlformats.org/drawingml/2006/main">
            <a:off x="533400" y="3143250"/>
            <a:ext cx="3333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250" b="1">
                <a:solidFill>
                  <a:srgbClr val="17231E"/>
                </a:solidFill>
                <a:latin typeface="Aptos Display"/>
                <a:ea typeface="Aptos Display"/>
                <a:cs typeface="Aptos Display"/>
              </a:defRPr>
            </a:pPr>
            <a:r>
              <a:rPr sz="2250" b="1">
                <a:solidFill>
                  <a:srgbClr val="17231E"/>
                </a:solidFill>
                <a:latin typeface="Aptos Display"/>
                <a:ea typeface="Aptos Display"/>
                <a:cs typeface="Aptos Display"/>
              </a:rPr>
              <a:t>Analyse a food diary without judgement</a:t>
            </a:r>
          </a:p>
        </p:txBody>
      </p:sp>
      <p:sp>
        <p:nvSpPr>
          <p:cNvPr id="15" name="arc-section-purpose-1">
            <a:extLst xmlns:a="http://schemas.openxmlformats.org/drawingml/2006/main">
              <a:ext uri="{FF2B5EF4-FFF2-40B4-BE49-F238E27FC236}">
                <a16:creationId xmlns:a16="http://schemas.microsoft.com/office/drawing/2014/main" id="{681EAB1B-3CA6-46F9-8B89-66785277EC17}"/>
              </a:ext>
            </a:extLst>
          </p:cNvPr>
          <p:cNvSpPr>
            <a:spLocks xmlns:a="http://schemas.openxmlformats.org/drawingml/2006/main" noGrp="1"/>
          </p:cNvSpPr>
          <p:nvPr/>
        </p:nvSpPr>
        <p:spPr>
          <a:xfrm xmlns:a="http://schemas.openxmlformats.org/drawingml/2006/main">
            <a:off x="533400" y="4029075"/>
            <a:ext cx="33337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725" b="0">
                <a:solidFill>
                  <a:srgbClr val="53645B"/>
                </a:solidFill>
                <a:latin typeface="Aptos"/>
                <a:ea typeface="Aptos"/>
                <a:cs typeface="Aptos"/>
              </a:defRPr>
            </a:pPr>
            <a:r>
              <a:rPr sz="1725" b="0">
                <a:solidFill>
                  <a:srgbClr val="53645B"/>
                </a:solidFill>
                <a:latin typeface="Aptos"/>
                <a:ea typeface="Aptos"/>
                <a:cs typeface="Aptos"/>
              </a:rPr>
              <a:t>Read diary evidence without judgement</a:t>
            </a:r>
          </a:p>
        </p:txBody>
      </p:sp>
      <p:sp>
        <p:nvSpPr>
          <p:cNvPr id="16" name="arc-section-title-2">
            <a:extLst xmlns:a="http://schemas.openxmlformats.org/drawingml/2006/main">
              <a:ext uri="{FF2B5EF4-FFF2-40B4-BE49-F238E27FC236}">
                <a16:creationId xmlns:a16="http://schemas.microsoft.com/office/drawing/2014/main" id="{AF2FB9AF-76D8-4A62-A1B1-1ACD3AFB4959}"/>
              </a:ext>
            </a:extLst>
          </p:cNvPr>
          <p:cNvSpPr>
            <a:spLocks xmlns:a="http://schemas.openxmlformats.org/drawingml/2006/main" noGrp="1"/>
          </p:cNvSpPr>
          <p:nvPr/>
        </p:nvSpPr>
        <p:spPr>
          <a:xfrm xmlns:a="http://schemas.openxmlformats.org/drawingml/2006/main">
            <a:off x="4419600" y="3143250"/>
            <a:ext cx="3333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250" b="1">
                <a:solidFill>
                  <a:srgbClr val="17231E"/>
                </a:solidFill>
                <a:latin typeface="Aptos Display"/>
                <a:ea typeface="Aptos Display"/>
                <a:cs typeface="Aptos Display"/>
              </a:defRPr>
            </a:pPr>
            <a:r>
              <a:rPr sz="2250" b="1">
                <a:solidFill>
                  <a:srgbClr val="17231E"/>
                </a:solidFill>
                <a:latin typeface="Aptos Display"/>
                <a:ea typeface="Aptos Display"/>
                <a:cs typeface="Aptos Display"/>
              </a:rPr>
              <a:t>Explain change with evidence</a:t>
            </a:r>
          </a:p>
        </p:txBody>
      </p:sp>
      <p:sp>
        <p:nvSpPr>
          <p:cNvPr id="17" name="arc-section-purpose-2">
            <a:extLst xmlns:a="http://schemas.openxmlformats.org/drawingml/2006/main">
              <a:ext uri="{FF2B5EF4-FFF2-40B4-BE49-F238E27FC236}">
                <a16:creationId xmlns:a16="http://schemas.microsoft.com/office/drawing/2014/main" id="{4A1D311D-A776-417B-93BF-D9D02FC0145F}"/>
              </a:ext>
            </a:extLst>
          </p:cNvPr>
          <p:cNvSpPr>
            <a:spLocks xmlns:a="http://schemas.openxmlformats.org/drawingml/2006/main" noGrp="1"/>
          </p:cNvSpPr>
          <p:nvPr/>
        </p:nvSpPr>
        <p:spPr>
          <a:xfrm xmlns:a="http://schemas.openxmlformats.org/drawingml/2006/main">
            <a:off x="4419600" y="4029075"/>
            <a:ext cx="33337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725" b="0">
                <a:solidFill>
                  <a:srgbClr val="53645B"/>
                </a:solidFill>
                <a:latin typeface="Aptos"/>
                <a:ea typeface="Aptos"/>
                <a:cs typeface="Aptos"/>
              </a:defRPr>
            </a:pPr>
            <a:r>
              <a:rPr sz="1725" b="0">
                <a:solidFill>
                  <a:srgbClr val="53645B"/>
                </a:solidFill>
                <a:latin typeface="Aptos"/>
                <a:ea typeface="Aptos"/>
                <a:cs typeface="Aptos"/>
              </a:rPr>
              <a:t>Explain change with connected evidence</a:t>
            </a:r>
          </a:p>
        </p:txBody>
      </p:sp>
      <p:sp>
        <p:nvSpPr>
          <p:cNvPr id="18" name="arc-section-title-3">
            <a:extLst xmlns:a="http://schemas.openxmlformats.org/drawingml/2006/main">
              <a:ext uri="{FF2B5EF4-FFF2-40B4-BE49-F238E27FC236}">
                <a16:creationId xmlns:a16="http://schemas.microsoft.com/office/drawing/2014/main" id="{DAF85336-153D-4FE4-A920-12DE8558A036}"/>
              </a:ext>
            </a:extLst>
          </p:cNvPr>
          <p:cNvSpPr>
            <a:spLocks xmlns:a="http://schemas.openxmlformats.org/drawingml/2006/main" noGrp="1"/>
          </p:cNvSpPr>
          <p:nvPr/>
        </p:nvSpPr>
        <p:spPr>
          <a:xfrm xmlns:a="http://schemas.openxmlformats.org/drawingml/2006/main">
            <a:off x="8305800" y="3143250"/>
            <a:ext cx="3333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250" b="1">
                <a:solidFill>
                  <a:srgbClr val="17231E"/>
                </a:solidFill>
                <a:latin typeface="Aptos Display"/>
                <a:ea typeface="Aptos Display"/>
                <a:cs typeface="Aptos Display"/>
              </a:defRPr>
            </a:pPr>
            <a:r>
              <a:rPr sz="2250" b="1">
                <a:solidFill>
                  <a:srgbClr val="17231E"/>
                </a:solidFill>
                <a:latin typeface="Aptos Display"/>
                <a:ea typeface="Aptos Display"/>
                <a:cs typeface="Aptos Display"/>
              </a:rPr>
              <a:t>Select, reflect and present evidence</a:t>
            </a:r>
          </a:p>
        </p:txBody>
      </p:sp>
      <p:sp>
        <p:nvSpPr>
          <p:cNvPr id="19" name="arc-section-purpose-3">
            <a:extLst xmlns:a="http://schemas.openxmlformats.org/drawingml/2006/main">
              <a:ext uri="{FF2B5EF4-FFF2-40B4-BE49-F238E27FC236}">
                <a16:creationId xmlns:a16="http://schemas.microsoft.com/office/drawing/2014/main" id="{6E126BD6-7B9A-4D21-A1F7-AFB88933DC90}"/>
              </a:ext>
            </a:extLst>
          </p:cNvPr>
          <p:cNvSpPr>
            <a:spLocks xmlns:a="http://schemas.openxmlformats.org/drawingml/2006/main" noGrp="1"/>
          </p:cNvSpPr>
          <p:nvPr/>
        </p:nvSpPr>
        <p:spPr>
          <a:xfrm xmlns:a="http://schemas.openxmlformats.org/drawingml/2006/main">
            <a:off x="8305800" y="4029075"/>
            <a:ext cx="33337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725" b="0">
                <a:solidFill>
                  <a:srgbClr val="53645B"/>
                </a:solidFill>
                <a:latin typeface="Aptos"/>
                <a:ea typeface="Aptos"/>
                <a:cs typeface="Aptos"/>
              </a:defRPr>
            </a:pPr>
            <a:r>
              <a:rPr sz="1725" b="0">
                <a:solidFill>
                  <a:srgbClr val="53645B"/>
                </a:solidFill>
                <a:latin typeface="Aptos"/>
                <a:ea typeface="Aptos"/>
                <a:cs typeface="Aptos"/>
              </a:rPr>
              <a:t>Select, reflect and present purposefully</a:t>
            </a:r>
          </a:p>
        </p:txBody>
      </p:sp>
      <p:sp>
        <p:nvSpPr>
          <p:cNvPr id="20" name="arc-takeaway-band">
            <a:extLst xmlns:a="http://schemas.openxmlformats.org/drawingml/2006/main">
              <a:ext uri="{FF2B5EF4-FFF2-40B4-BE49-F238E27FC236}">
                <a16:creationId xmlns:a16="http://schemas.microsoft.com/office/drawing/2014/main" id="{DDD59002-D24D-4C71-9C9B-93F654786ADA}"/>
              </a:ext>
            </a:extLst>
          </p:cNvPr>
          <p:cNvSpPr>
            <a:spLocks xmlns:a="http://schemas.openxmlformats.org/drawingml/2006/main" noGrp="1"/>
          </p:cNvSpPr>
          <p:nvPr/>
        </p:nvSpPr>
        <p:spPr>
          <a:xfrm xmlns:a="http://schemas.openxmlformats.org/drawingml/2006/main">
            <a:off x="533400" y="5286375"/>
            <a:ext cx="11087100" cy="790575"/>
          </a:xfrm>
          <a:prstGeom xmlns:a="http://schemas.openxmlformats.org/drawingml/2006/main" prst="roundRect">
            <a:avLst>
              <a:gd name="adj" fmla="val 16867"/>
            </a:avLst>
          </a:prstGeom>
          <a:solidFill xmlns:a="http://schemas.openxmlformats.org/drawingml/2006/main">
            <a:srgbClr val="EEF3EF"/>
          </a:solidFill>
          <a:ln xmlns:a="http://schemas.openxmlformats.org/drawingml/2006/main" w="9525">
            <a:solidFill>
              <a:srgbClr val="CDD5CF"/>
            </a:solidFill>
            <a:prstDash val="solid"/>
          </a:ln>
        </p:spPr>
      </p:sp>
      <p:sp>
        <p:nvSpPr>
          <p:cNvPr id="21" name="arc-takeaway">
            <a:extLst xmlns:a="http://schemas.openxmlformats.org/drawingml/2006/main">
              <a:ext uri="{FF2B5EF4-FFF2-40B4-BE49-F238E27FC236}">
                <a16:creationId xmlns:a16="http://schemas.microsoft.com/office/drawing/2014/main" id="{985DFD85-7B21-4512-9F2E-3F111337E592}"/>
              </a:ext>
            </a:extLst>
          </p:cNvPr>
          <p:cNvSpPr>
            <a:spLocks xmlns:a="http://schemas.openxmlformats.org/drawingml/2006/main" noGrp="1"/>
          </p:cNvSpPr>
          <p:nvPr/>
        </p:nvSpPr>
        <p:spPr>
          <a:xfrm xmlns:a="http://schemas.openxmlformats.org/drawingml/2006/main">
            <a:off x="781050" y="5467350"/>
            <a:ext cx="10572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7760"/>
          </a:bodyPr>
          <a:lstStyle xmlns:a="http://schemas.openxmlformats.org/drawingml/2006/main"/>
          <a:p xmlns:a="http://schemas.openxmlformats.org/drawingml/2006/main">
            <a:pPr algn="ctr">
              <a:defRPr sz="1800" b="1">
                <a:solidFill>
                  <a:srgbClr val="154332"/>
                </a:solidFill>
                <a:latin typeface="Aptos"/>
                <a:ea typeface="Aptos"/>
                <a:cs typeface="Aptos"/>
              </a:defRPr>
            </a:pPr>
            <a:r>
              <a:rPr sz="1800" b="1">
                <a:solidFill>
                  <a:srgbClr val="154332"/>
                </a:solidFill>
                <a:latin typeface="Aptos"/>
                <a:ea typeface="Aptos"/>
                <a:cs typeface="Aptos"/>
              </a:rPr>
              <a:t>Connect all three: Strong assessment evidence is selected, explained, qualified and kept within teacher directions.</a:t>
            </a:r>
          </a:p>
        </p:txBody>
      </p:sp>
    </p:spTree>
    <p:extLst>
      <p:ext uri="{BB962C8B-B14F-4D97-AF65-F5344CB8AC3E}">
        <p14:creationId xmlns:p14="http://schemas.microsoft.com/office/powerpoint/2010/main" val="755150019"/>
      </p:ext>
    </p:extLst>
  </p:cSld>
</p:sld>
</file>

<file path=ppt/slides/slide3.xml><?xml version="1.0" encoding="utf-8"?>
<p:sld xmlns:p="http://schemas.openxmlformats.org/presentationml/2006/main">
  <p:cSld>
    <p:bg>
      <p:bgPr>
        <a:solidFill xmlns:a="http://schemas.openxmlformats.org/drawingml/2006/main">
          <a:srgbClr val="FFFDF8"/>
        </a:solidFill>
      </p:bgPr>
    </p:bg>
    <p:spTree>
      <p:nvGrpSpPr>
        <p:cNvPr id="1" name=""/>
        <p:cNvGrpSpPr/>
        <p:nvPr/>
      </p:nvGrpSpPr>
      <p:grpSpPr>
        <a:xfrm xmlns:a="http://schemas.openxmlformats.org/drawingml/2006/main"/>
      </p:grpSpPr>
      <p:sp>
        <p:nvSpPr>
          <p:cNvPr id="19" name="top-accent-3">
            <a:extLst xmlns:a="http://schemas.openxmlformats.org/drawingml/2006/main">
              <a:ext uri="{FF2B5EF4-FFF2-40B4-BE49-F238E27FC236}">
                <a16:creationId xmlns:a16="http://schemas.microsoft.com/office/drawing/2014/main" id="{0BDDF2ED-8D78-4E3D-BAF5-046A51609BA4}"/>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93442F"/>
          </a:solidFill>
          <a:ln xmlns:a="http://schemas.openxmlformats.org/drawingml/2006/main" w="0">
            <a:noFill/>
            <a:prstDash val="solid"/>
          </a:ln>
        </p:spPr>
      </p:sp>
      <p:sp>
        <p:nvSpPr>
          <p:cNvPr id="2" name="footer-module-3">
            <a:extLst xmlns:a="http://schemas.openxmlformats.org/drawingml/2006/main">
              <a:ext uri="{FF2B5EF4-FFF2-40B4-BE49-F238E27FC236}">
                <a16:creationId xmlns:a16="http://schemas.microsoft.com/office/drawing/2014/main" id="{DAABE0FE-582F-427A-BF3E-3707729CE8C1}"/>
              </a:ext>
            </a:extLst>
          </p:cNvPr>
          <p:cNvSpPr>
            <a:spLocks xmlns:a="http://schemas.openxmlformats.org/drawingml/2006/main" noGrp="1"/>
          </p:cNvSpPr>
          <p:nvPr/>
        </p:nvSpPr>
        <p:spPr>
          <a:xfrm xmlns:a="http://schemas.openxmlformats.org/drawingml/2006/main">
            <a:off x="533400" y="6505575"/>
            <a:ext cx="638175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53645B"/>
                </a:solidFill>
                <a:latin typeface="Aptos"/>
                <a:ea typeface="Aptos"/>
                <a:cs typeface="Aptos"/>
              </a:defRPr>
            </a:pPr>
            <a:r>
              <a:rPr sz="1050" b="1">
                <a:solidFill>
                  <a:srgbClr val="53645B"/>
                </a:solidFill>
                <a:latin typeface="Aptos"/>
                <a:ea typeface="Aptos"/>
                <a:cs typeface="Aptos"/>
              </a:rPr>
              <a:t>YEAR 9 FOOD IN AUSTRALIA  •  MODULE 10</a:t>
            </a:r>
          </a:p>
        </p:txBody>
      </p:sp>
      <p:sp>
        <p:nvSpPr>
          <p:cNvPr id="3" name="footer-page-3">
            <a:extLst xmlns:a="http://schemas.openxmlformats.org/drawingml/2006/main">
              <a:ext uri="{FF2B5EF4-FFF2-40B4-BE49-F238E27FC236}">
                <a16:creationId xmlns:a16="http://schemas.microsoft.com/office/drawing/2014/main" id="{3E2A57D8-C088-4277-8BA4-9AF2F74DB70F}"/>
              </a:ext>
            </a:extLst>
          </p:cNvPr>
          <p:cNvSpPr>
            <a:spLocks xmlns:a="http://schemas.openxmlformats.org/drawingml/2006/main" noGrp="1"/>
          </p:cNvSpPr>
          <p:nvPr/>
        </p:nvSpPr>
        <p:spPr>
          <a:xfrm xmlns:a="http://schemas.openxmlformats.org/drawingml/2006/main">
            <a:off x="11144250" y="6486525"/>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1">
                <a:solidFill>
                  <a:srgbClr val="53645B"/>
                </a:solidFill>
                <a:latin typeface="Aptos"/>
                <a:ea typeface="Aptos"/>
                <a:cs typeface="Aptos"/>
              </a:defRPr>
            </a:pPr>
            <a:r>
              <a:rPr sz="1050" b="1">
                <a:solidFill>
                  <a:srgbClr val="53645B"/>
                </a:solidFill>
                <a:latin typeface="Aptos"/>
                <a:ea typeface="Aptos"/>
                <a:cs typeface="Aptos"/>
              </a:rPr>
              <a:t>03</a:t>
            </a:r>
          </a:p>
        </p:txBody>
      </p:sp>
      <p:sp>
        <p:nvSpPr>
          <p:cNvPr id="4" name="section-label-3">
            <a:extLst xmlns:a="http://schemas.openxmlformats.org/drawingml/2006/main">
              <a:ext uri="{FF2B5EF4-FFF2-40B4-BE49-F238E27FC236}">
                <a16:creationId xmlns:a16="http://schemas.microsoft.com/office/drawing/2014/main" id="{216B84DE-C050-46F3-AF89-DD9FF9BD8FF9}"/>
              </a:ext>
            </a:extLst>
          </p:cNvPr>
          <p:cNvSpPr>
            <a:spLocks xmlns:a="http://schemas.openxmlformats.org/drawingml/2006/main" noGrp="1"/>
          </p:cNvSpPr>
          <p:nvPr/>
        </p:nvSpPr>
        <p:spPr>
          <a:xfrm xmlns:a="http://schemas.openxmlformats.org/drawingml/2006/main">
            <a:off x="533400" y="304800"/>
            <a:ext cx="628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1">
                <a:solidFill>
                  <a:srgbClr val="93442F"/>
                </a:solidFill>
                <a:latin typeface="Aptos"/>
                <a:ea typeface="Aptos"/>
                <a:cs typeface="Aptos"/>
              </a:defRPr>
            </a:pPr>
            <a:r>
              <a:rPr sz="1275" b="1">
                <a:solidFill>
                  <a:srgbClr val="93442F"/>
                </a:solidFill>
                <a:latin typeface="Aptos"/>
                <a:ea typeface="Aptos"/>
                <a:cs typeface="Aptos"/>
              </a:rPr>
              <a:t>IDEA 1 · M10-S01</a:t>
            </a:r>
          </a:p>
        </p:txBody>
      </p:sp>
      <p:sp>
        <p:nvSpPr>
          <p:cNvPr id="5" name="slide-title-3">
            <a:extLst xmlns:a="http://schemas.openxmlformats.org/drawingml/2006/main">
              <a:ext uri="{FF2B5EF4-FFF2-40B4-BE49-F238E27FC236}">
                <a16:creationId xmlns:a16="http://schemas.microsoft.com/office/drawing/2014/main" id="{36D6AA1E-126B-4146-A63A-ADDDF86DDEEA}"/>
              </a:ext>
            </a:extLst>
          </p:cNvPr>
          <p:cNvSpPr>
            <a:spLocks xmlns:a="http://schemas.openxmlformats.org/drawingml/2006/main" noGrp="1"/>
          </p:cNvSpPr>
          <p:nvPr/>
        </p:nvSpPr>
        <p:spPr>
          <a:xfrm xmlns:a="http://schemas.openxmlformats.org/drawingml/2006/main">
            <a:off x="533400" y="638175"/>
            <a:ext cx="110871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17231E"/>
                </a:solidFill>
                <a:latin typeface="Aptos Display"/>
                <a:ea typeface="Aptos Display"/>
                <a:cs typeface="Aptos Display"/>
              </a:defRPr>
            </a:pPr>
            <a:r>
              <a:rPr sz="3600" b="1">
                <a:solidFill>
                  <a:srgbClr val="17231E"/>
                </a:solidFill>
                <a:latin typeface="Aptos Display"/>
                <a:ea typeface="Aptos Display"/>
                <a:cs typeface="Aptos Display"/>
              </a:rPr>
              <a:t>Analyse a food diary without judgement</a:t>
            </a:r>
          </a:p>
        </p:txBody>
      </p:sp>
      <p:sp>
        <p:nvSpPr>
          <p:cNvPr id="6" name="idea-1-visual-native-frame">
            <a:extLst xmlns:a="http://schemas.openxmlformats.org/drawingml/2006/main">
              <a:ext uri="{FF2B5EF4-FFF2-40B4-BE49-F238E27FC236}">
                <a16:creationId xmlns:a16="http://schemas.microsoft.com/office/drawing/2014/main" id="{BC3CE325-15AA-4D30-9F60-A91FFD521BAA}"/>
              </a:ext>
            </a:extLst>
          </p:cNvPr>
          <p:cNvSpPr>
            <a:spLocks xmlns:a="http://schemas.openxmlformats.org/drawingml/2006/main" noGrp="1"/>
          </p:cNvSpPr>
          <p:nvPr/>
        </p:nvSpPr>
        <p:spPr>
          <a:xfrm xmlns:a="http://schemas.openxmlformats.org/drawingml/2006/main">
            <a:off x="533400" y="1562100"/>
            <a:ext cx="5905500" cy="4000500"/>
          </a:xfrm>
          <a:prstGeom xmlns:a="http://schemas.openxmlformats.org/drawingml/2006/main" prst="roundRect">
            <a:avLst>
              <a:gd name="adj" fmla="val 3810"/>
            </a:avLst>
          </a:prstGeom>
          <a:solidFill xmlns:a="http://schemas.openxmlformats.org/drawingml/2006/main">
            <a:srgbClr val="EEF3EF"/>
          </a:solidFill>
          <a:ln xmlns:a="http://schemas.openxmlformats.org/drawingml/2006/main" w="9525">
            <a:solidFill>
              <a:srgbClr val="CDD5CF"/>
            </a:solidFill>
            <a:prstDash val="solid"/>
          </a:ln>
        </p:spPr>
      </p:sp>
      <p:sp>
        <p:nvSpPr>
          <p:cNvPr id="7" name="idea-1-visual-connector-1">
            <a:extLst xmlns:a="http://schemas.openxmlformats.org/drawingml/2006/main">
              <a:ext uri="{FF2B5EF4-FFF2-40B4-BE49-F238E27FC236}">
                <a16:creationId xmlns:a16="http://schemas.microsoft.com/office/drawing/2014/main" id="{9DF1D513-4375-4F9B-B272-6EFBEA031725}"/>
              </a:ext>
            </a:extLst>
          </p:cNvPr>
          <p:cNvSpPr>
            <a:spLocks xmlns:a="http://schemas.openxmlformats.org/drawingml/2006/main" noGrp="1"/>
          </p:cNvSpPr>
          <p:nvPr/>
        </p:nvSpPr>
        <p:spPr>
          <a:xfrm xmlns:a="http://schemas.openxmlformats.org/drawingml/2006/main">
            <a:off x="2447925" y="3171825"/>
            <a:ext cx="323850" cy="0"/>
          </a:xfrm>
          <a:prstGeom xmlns:a="http://schemas.openxmlformats.org/drawingml/2006/main" prst="line">
            <a:avLst/>
          </a:prstGeom>
          <a:noFill xmlns:a="http://schemas.openxmlformats.org/drawingml/2006/main"/>
          <a:ln xmlns:a="http://schemas.openxmlformats.org/drawingml/2006/main" w="38100">
            <a:solidFill>
              <a:srgbClr val="93442F"/>
            </a:solidFill>
            <a:prstDash val="solid"/>
          </a:ln>
        </p:spPr>
      </p:sp>
      <p:sp>
        <p:nvSpPr>
          <p:cNvPr id="8" name="idea-1-visual-connector-2">
            <a:extLst xmlns:a="http://schemas.openxmlformats.org/drawingml/2006/main">
              <a:ext uri="{FF2B5EF4-FFF2-40B4-BE49-F238E27FC236}">
                <a16:creationId xmlns:a16="http://schemas.microsoft.com/office/drawing/2014/main" id="{3C0123F6-FCE4-408E-B7AE-2AD37C8DEBC5}"/>
              </a:ext>
            </a:extLst>
          </p:cNvPr>
          <p:cNvSpPr>
            <a:spLocks xmlns:a="http://schemas.openxmlformats.org/drawingml/2006/main" noGrp="1"/>
          </p:cNvSpPr>
          <p:nvPr/>
        </p:nvSpPr>
        <p:spPr>
          <a:xfrm xmlns:a="http://schemas.openxmlformats.org/drawingml/2006/main">
            <a:off x="4200525" y="3171825"/>
            <a:ext cx="323850" cy="0"/>
          </a:xfrm>
          <a:prstGeom xmlns:a="http://schemas.openxmlformats.org/drawingml/2006/main" prst="line">
            <a:avLst/>
          </a:prstGeom>
          <a:noFill xmlns:a="http://schemas.openxmlformats.org/drawingml/2006/main"/>
          <a:ln xmlns:a="http://schemas.openxmlformats.org/drawingml/2006/main" w="38100">
            <a:solidFill>
              <a:srgbClr val="93442F"/>
            </a:solidFill>
            <a:prstDash val="solid"/>
          </a:ln>
        </p:spPr>
      </p:sp>
      <p:sp>
        <p:nvSpPr>
          <p:cNvPr id="9" name="idea-1-visual-node-1">
            <a:extLst xmlns:a="http://schemas.openxmlformats.org/drawingml/2006/main">
              <a:ext uri="{FF2B5EF4-FFF2-40B4-BE49-F238E27FC236}">
                <a16:creationId xmlns:a16="http://schemas.microsoft.com/office/drawing/2014/main" id="{0A3FA07D-D6F3-4A25-B376-8E78DA6E2C03}"/>
              </a:ext>
            </a:extLst>
          </p:cNvPr>
          <p:cNvSpPr>
            <a:spLocks xmlns:a="http://schemas.openxmlformats.org/drawingml/2006/main" noGrp="1"/>
          </p:cNvSpPr>
          <p:nvPr/>
        </p:nvSpPr>
        <p:spPr>
          <a:xfrm xmlns:a="http://schemas.openxmlformats.org/drawingml/2006/main">
            <a:off x="1019175" y="2838450"/>
            <a:ext cx="1428750" cy="704850"/>
          </a:xfrm>
          <a:prstGeom xmlns:a="http://schemas.openxmlformats.org/drawingml/2006/main" prst="roundRect">
            <a:avLst>
              <a:gd name="adj" fmla="val 16216"/>
            </a:avLst>
          </a:prstGeom>
          <a:solidFill xmlns:a="http://schemas.openxmlformats.org/drawingml/2006/main">
            <a:srgbClr val="FFFFFF"/>
          </a:solidFill>
          <a:ln xmlns:a="http://schemas.openxmlformats.org/drawingml/2006/main" w="19050">
            <a:solidFill>
              <a:srgbClr val="205D46"/>
            </a:solidFill>
            <a:prstDash val="solid"/>
          </a:ln>
        </p:spPr>
      </p:sp>
      <p:sp>
        <p:nvSpPr>
          <p:cNvPr id="10" name="idea-1-visual-node-label-1">
            <a:extLst xmlns:a="http://schemas.openxmlformats.org/drawingml/2006/main">
              <a:ext uri="{FF2B5EF4-FFF2-40B4-BE49-F238E27FC236}">
                <a16:creationId xmlns:a16="http://schemas.microsoft.com/office/drawing/2014/main" id="{11F0300D-857D-426D-92F4-E3454A38AC08}"/>
              </a:ext>
            </a:extLst>
          </p:cNvPr>
          <p:cNvSpPr>
            <a:spLocks xmlns:a="http://schemas.openxmlformats.org/drawingml/2006/main" noGrp="1"/>
          </p:cNvSpPr>
          <p:nvPr/>
        </p:nvSpPr>
        <p:spPr>
          <a:xfrm xmlns:a="http://schemas.openxmlformats.org/drawingml/2006/main">
            <a:off x="1095375" y="2971800"/>
            <a:ext cx="12763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5238"/>
          </a:bodyPr>
          <a:lstStyle xmlns:a="http://schemas.openxmlformats.org/drawingml/2006/main"/>
          <a:p xmlns:a="http://schemas.openxmlformats.org/drawingml/2006/main">
            <a:pPr algn="ctr">
              <a:defRPr sz="1575" b="1">
                <a:solidFill>
                  <a:srgbClr val="17231E"/>
                </a:solidFill>
                <a:latin typeface="Aptos"/>
                <a:ea typeface="Aptos"/>
                <a:cs typeface="Aptos"/>
              </a:defRPr>
            </a:pPr>
            <a:r>
              <a:rPr sz="1575" b="1">
                <a:solidFill>
                  <a:srgbClr val="17231E"/>
                </a:solidFill>
                <a:latin typeface="Aptos"/>
                <a:ea typeface="Aptos"/>
                <a:cs typeface="Aptos"/>
              </a:rPr>
              <a:t>Recorded pattern</a:t>
            </a:r>
          </a:p>
        </p:txBody>
      </p:sp>
      <p:sp>
        <p:nvSpPr>
          <p:cNvPr id="11" name="idea-1-visual-node-2">
            <a:extLst xmlns:a="http://schemas.openxmlformats.org/drawingml/2006/main">
              <a:ext uri="{FF2B5EF4-FFF2-40B4-BE49-F238E27FC236}">
                <a16:creationId xmlns:a16="http://schemas.microsoft.com/office/drawing/2014/main" id="{E85DFA96-617F-401E-915A-9C14D2BDBE2F}"/>
              </a:ext>
            </a:extLst>
          </p:cNvPr>
          <p:cNvSpPr>
            <a:spLocks xmlns:a="http://schemas.openxmlformats.org/drawingml/2006/main" noGrp="1"/>
          </p:cNvSpPr>
          <p:nvPr/>
        </p:nvSpPr>
        <p:spPr>
          <a:xfrm xmlns:a="http://schemas.openxmlformats.org/drawingml/2006/main">
            <a:off x="2771775" y="2838450"/>
            <a:ext cx="1428750" cy="704850"/>
          </a:xfrm>
          <a:prstGeom xmlns:a="http://schemas.openxmlformats.org/drawingml/2006/main" prst="roundRect">
            <a:avLst>
              <a:gd name="adj" fmla="val 16216"/>
            </a:avLst>
          </a:prstGeom>
          <a:solidFill xmlns:a="http://schemas.openxmlformats.org/drawingml/2006/main">
            <a:srgbClr val="F1E5CE"/>
          </a:solidFill>
          <a:ln xmlns:a="http://schemas.openxmlformats.org/drawingml/2006/main" w="19050">
            <a:solidFill>
              <a:srgbClr val="205D46"/>
            </a:solidFill>
            <a:prstDash val="solid"/>
          </a:ln>
        </p:spPr>
      </p:sp>
      <p:sp>
        <p:nvSpPr>
          <p:cNvPr id="12" name="idea-1-visual-node-label-2">
            <a:extLst xmlns:a="http://schemas.openxmlformats.org/drawingml/2006/main">
              <a:ext uri="{FF2B5EF4-FFF2-40B4-BE49-F238E27FC236}">
                <a16:creationId xmlns:a16="http://schemas.microsoft.com/office/drawing/2014/main" id="{1BC7540F-B50F-4069-AA00-0744CEBF5260}"/>
              </a:ext>
            </a:extLst>
          </p:cNvPr>
          <p:cNvSpPr>
            <a:spLocks xmlns:a="http://schemas.openxmlformats.org/drawingml/2006/main" noGrp="1"/>
          </p:cNvSpPr>
          <p:nvPr/>
        </p:nvSpPr>
        <p:spPr>
          <a:xfrm xmlns:a="http://schemas.openxmlformats.org/drawingml/2006/main">
            <a:off x="2847975" y="2971800"/>
            <a:ext cx="12763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5238"/>
          </a:bodyPr>
          <a:lstStyle xmlns:a="http://schemas.openxmlformats.org/drawingml/2006/main"/>
          <a:p xmlns:a="http://schemas.openxmlformats.org/drawingml/2006/main">
            <a:pPr algn="ctr">
              <a:defRPr sz="1575" b="1">
                <a:solidFill>
                  <a:srgbClr val="17231E"/>
                </a:solidFill>
                <a:latin typeface="Aptos"/>
                <a:ea typeface="Aptos"/>
                <a:cs typeface="Aptos"/>
              </a:defRPr>
            </a:pPr>
            <a:r>
              <a:rPr sz="1575" b="1">
                <a:solidFill>
                  <a:srgbClr val="17231E"/>
                </a:solidFill>
                <a:latin typeface="Aptos"/>
                <a:ea typeface="Aptos"/>
                <a:cs typeface="Aptos"/>
              </a:rPr>
              <a:t>Possible influences</a:t>
            </a:r>
          </a:p>
        </p:txBody>
      </p:sp>
      <p:sp>
        <p:nvSpPr>
          <p:cNvPr id="13" name="idea-1-visual-node-3">
            <a:extLst xmlns:a="http://schemas.openxmlformats.org/drawingml/2006/main">
              <a:ext uri="{FF2B5EF4-FFF2-40B4-BE49-F238E27FC236}">
                <a16:creationId xmlns:a16="http://schemas.microsoft.com/office/drawing/2014/main" id="{705DA415-0578-4F99-B2B4-B7939F92AD7B}"/>
              </a:ext>
            </a:extLst>
          </p:cNvPr>
          <p:cNvSpPr>
            <a:spLocks xmlns:a="http://schemas.openxmlformats.org/drawingml/2006/main" noGrp="1"/>
          </p:cNvSpPr>
          <p:nvPr/>
        </p:nvSpPr>
        <p:spPr>
          <a:xfrm xmlns:a="http://schemas.openxmlformats.org/drawingml/2006/main">
            <a:off x="4524375" y="2838450"/>
            <a:ext cx="1428750" cy="704850"/>
          </a:xfrm>
          <a:prstGeom xmlns:a="http://schemas.openxmlformats.org/drawingml/2006/main" prst="roundRect">
            <a:avLst>
              <a:gd name="adj" fmla="val 16216"/>
            </a:avLst>
          </a:prstGeom>
          <a:solidFill xmlns:a="http://schemas.openxmlformats.org/drawingml/2006/main">
            <a:srgbClr val="FFFFFF"/>
          </a:solidFill>
          <a:ln xmlns:a="http://schemas.openxmlformats.org/drawingml/2006/main" w="19050">
            <a:solidFill>
              <a:srgbClr val="205D46"/>
            </a:solidFill>
            <a:prstDash val="solid"/>
          </a:ln>
        </p:spPr>
      </p:sp>
      <p:sp>
        <p:nvSpPr>
          <p:cNvPr id="14" name="idea-1-visual-node-label-3">
            <a:extLst xmlns:a="http://schemas.openxmlformats.org/drawingml/2006/main">
              <a:ext uri="{FF2B5EF4-FFF2-40B4-BE49-F238E27FC236}">
                <a16:creationId xmlns:a16="http://schemas.microsoft.com/office/drawing/2014/main" id="{76EC8222-45C5-40BC-BFFD-92DE940FE2CD}"/>
              </a:ext>
            </a:extLst>
          </p:cNvPr>
          <p:cNvSpPr>
            <a:spLocks xmlns:a="http://schemas.openxmlformats.org/drawingml/2006/main" noGrp="1"/>
          </p:cNvSpPr>
          <p:nvPr/>
        </p:nvSpPr>
        <p:spPr>
          <a:xfrm xmlns:a="http://schemas.openxmlformats.org/drawingml/2006/main">
            <a:off x="4600575" y="2971800"/>
            <a:ext cx="12763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575" b="1">
                <a:solidFill>
                  <a:srgbClr val="17231E"/>
                </a:solidFill>
                <a:latin typeface="Aptos"/>
                <a:ea typeface="Aptos"/>
                <a:cs typeface="Aptos"/>
              </a:defRPr>
            </a:pPr>
            <a:r>
              <a:rPr sz="1575" b="1">
                <a:solidFill>
                  <a:srgbClr val="17231E"/>
                </a:solidFill>
                <a:latin typeface="Aptos"/>
                <a:ea typeface="Aptos"/>
                <a:cs typeface="Aptos"/>
              </a:rPr>
              <a:t>Evidence limits</a:t>
            </a:r>
          </a:p>
        </p:txBody>
      </p:sp>
      <p:sp>
        <p:nvSpPr>
          <p:cNvPr id="15" name="idea-1-visual-native-footer">
            <a:extLst xmlns:a="http://schemas.openxmlformats.org/drawingml/2006/main">
              <a:ext uri="{FF2B5EF4-FFF2-40B4-BE49-F238E27FC236}">
                <a16:creationId xmlns:a16="http://schemas.microsoft.com/office/drawing/2014/main" id="{81E9DD1C-AA17-4ACF-8BA9-3C85124002B8}"/>
              </a:ext>
            </a:extLst>
          </p:cNvPr>
          <p:cNvSpPr>
            <a:spLocks xmlns:a="http://schemas.openxmlformats.org/drawingml/2006/main" noGrp="1"/>
          </p:cNvSpPr>
          <p:nvPr/>
        </p:nvSpPr>
        <p:spPr>
          <a:xfrm xmlns:a="http://schemas.openxmlformats.org/drawingml/2006/main">
            <a:off x="952500" y="4876800"/>
            <a:ext cx="50673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500" b="1">
                <a:solidFill>
                  <a:srgbClr val="154332"/>
                </a:solidFill>
                <a:latin typeface="Aptos"/>
                <a:ea typeface="Aptos"/>
                <a:cs typeface="Aptos"/>
              </a:defRPr>
            </a:pPr>
            <a:r>
              <a:rPr sz="1500" b="1">
                <a:solidFill>
                  <a:srgbClr val="154332"/>
                </a:solidFill>
                <a:latin typeface="Aptos"/>
                <a:ea typeface="Aptos"/>
                <a:cs typeface="Aptos"/>
              </a:rPr>
              <a:t>Private, neutral and non-diagnostic.</a:t>
            </a:r>
          </a:p>
        </p:txBody>
      </p:sp>
      <p:sp>
        <p:nvSpPr>
          <p:cNvPr id="16" name="idea-1-body">
            <a:extLst xmlns:a="http://schemas.openxmlformats.org/drawingml/2006/main">
              <a:ext uri="{FF2B5EF4-FFF2-40B4-BE49-F238E27FC236}">
                <a16:creationId xmlns:a16="http://schemas.microsoft.com/office/drawing/2014/main" id="{DD1BFCEF-A562-42F6-921D-65FB6E4D8BCC}"/>
              </a:ext>
            </a:extLst>
          </p:cNvPr>
          <p:cNvSpPr>
            <a:spLocks xmlns:a="http://schemas.openxmlformats.org/drawingml/2006/main" noGrp="1"/>
          </p:cNvSpPr>
          <p:nvPr/>
        </p:nvSpPr>
        <p:spPr>
          <a:xfrm xmlns:a="http://schemas.openxmlformats.org/drawingml/2006/main">
            <a:off x="6934200" y="1695450"/>
            <a:ext cx="4591050" cy="2333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75" b="0">
                <a:solidFill>
                  <a:srgbClr val="17231E"/>
                </a:solidFill>
                <a:latin typeface="Aptos"/>
                <a:ea typeface="Aptos"/>
                <a:cs typeface="Aptos"/>
              </a:defRPr>
            </a:pPr>
            <a:r>
              <a:rPr sz="1875" b="0">
                <a:solidFill>
                  <a:srgbClr val="17231E"/>
                </a:solidFill>
                <a:latin typeface="Aptos"/>
                <a:ea typeface="Aptos"/>
                <a:cs typeface="Aptos"/>
              </a:rPr>
              <a:t>A short food diary is limited, private evidence—not a diagnosis or judgement. Describe the recorded pattern, suggest interacting influences with qualified language, and state the limits created by duration, context and missing information.</a:t>
            </a:r>
          </a:p>
        </p:txBody>
      </p:sp>
      <p:sp>
        <p:nvSpPr>
          <p:cNvPr id="17" name="idea-1-notice-band">
            <a:extLst xmlns:a="http://schemas.openxmlformats.org/drawingml/2006/main">
              <a:ext uri="{FF2B5EF4-FFF2-40B4-BE49-F238E27FC236}">
                <a16:creationId xmlns:a16="http://schemas.microsoft.com/office/drawing/2014/main" id="{9D31410E-2E09-46D4-93E1-64CD8C44F116}"/>
              </a:ext>
            </a:extLst>
          </p:cNvPr>
          <p:cNvSpPr>
            <a:spLocks xmlns:a="http://schemas.openxmlformats.org/drawingml/2006/main" noGrp="1"/>
          </p:cNvSpPr>
          <p:nvPr/>
        </p:nvSpPr>
        <p:spPr>
          <a:xfrm xmlns:a="http://schemas.openxmlformats.org/drawingml/2006/main">
            <a:off x="6934200" y="4352925"/>
            <a:ext cx="4591050" cy="1200150"/>
          </a:xfrm>
          <a:prstGeom xmlns:a="http://schemas.openxmlformats.org/drawingml/2006/main" prst="roundRect">
            <a:avLst>
              <a:gd name="adj" fmla="val 9524"/>
            </a:avLst>
          </a:prstGeom>
          <a:solidFill xmlns:a="http://schemas.openxmlformats.org/drawingml/2006/main">
            <a:srgbClr val="F1E5CE"/>
          </a:solidFill>
          <a:ln xmlns:a="http://schemas.openxmlformats.org/drawingml/2006/main" w="9525">
            <a:solidFill>
              <a:srgbClr val="CDD5CF"/>
            </a:solidFill>
            <a:prstDash val="solid"/>
          </a:ln>
        </p:spPr>
      </p:sp>
      <p:sp>
        <p:nvSpPr>
          <p:cNvPr id="18" name="idea-1-notice">
            <a:extLst xmlns:a="http://schemas.openxmlformats.org/drawingml/2006/main">
              <a:ext uri="{FF2B5EF4-FFF2-40B4-BE49-F238E27FC236}">
                <a16:creationId xmlns:a16="http://schemas.microsoft.com/office/drawing/2014/main" id="{7EBD1207-5D94-4D83-AA0F-961C749E45D7}"/>
              </a:ext>
            </a:extLst>
          </p:cNvPr>
          <p:cNvSpPr>
            <a:spLocks xmlns:a="http://schemas.openxmlformats.org/drawingml/2006/main" noGrp="1"/>
          </p:cNvSpPr>
          <p:nvPr/>
        </p:nvSpPr>
        <p:spPr>
          <a:xfrm xmlns:a="http://schemas.openxmlformats.org/drawingml/2006/main">
            <a:off x="7162800" y="4552950"/>
            <a:ext cx="41338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a:solidFill>
                  <a:srgbClr val="154332"/>
                </a:solidFill>
                <a:latin typeface="Aptos"/>
                <a:ea typeface="Aptos"/>
                <a:cs typeface="Aptos"/>
              </a:defRPr>
            </a:pPr>
            <a:r>
              <a:rPr sz="1650" b="1">
                <a:solidFill>
                  <a:srgbClr val="154332"/>
                </a:solidFill>
                <a:latin typeface="Aptos"/>
                <a:ea typeface="Aptos"/>
                <a:cs typeface="Aptos"/>
              </a:rPr>
              <a:t>Notice the relationship. What does it change in your explanation?</a:t>
            </a:r>
          </a:p>
        </p:txBody>
      </p:sp>
    </p:spTree>
    <p:extLst>
      <p:ext uri="{BB962C8B-B14F-4D97-AF65-F5344CB8AC3E}">
        <p14:creationId xmlns:p14="http://schemas.microsoft.com/office/powerpoint/2010/main" val="312572777"/>
      </p:ext>
    </p:extLst>
  </p:cSld>
</p:sld>
</file>

<file path=ppt/slides/slide4.xml><?xml version="1.0" encoding="utf-8"?>
<p:sld xmlns:p="http://schemas.openxmlformats.org/presentationml/2006/main">
  <p:cSld>
    <p:bg>
      <p:bgPr>
        <a:solidFill xmlns:a="http://schemas.openxmlformats.org/drawingml/2006/main">
          <a:srgbClr val="FFFDF8"/>
        </a:solidFill>
      </p:bgPr>
    </p:bg>
    <p:spTree>
      <p:nvGrpSpPr>
        <p:cNvPr id="1" name=""/>
        <p:cNvGrpSpPr/>
        <p:nvPr/>
      </p:nvGrpSpPr>
      <p:grpSpPr>
        <a:xfrm xmlns:a="http://schemas.openxmlformats.org/drawingml/2006/main"/>
      </p:grpSpPr>
      <p:sp>
        <p:nvSpPr>
          <p:cNvPr id="12" name="top-accent-4">
            <a:extLst xmlns:a="http://schemas.openxmlformats.org/drawingml/2006/main">
              <a:ext uri="{FF2B5EF4-FFF2-40B4-BE49-F238E27FC236}">
                <a16:creationId xmlns:a16="http://schemas.microsoft.com/office/drawing/2014/main" id="{31CACADE-65F2-4272-81DC-EA9CC747A614}"/>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93442F"/>
          </a:solidFill>
          <a:ln xmlns:a="http://schemas.openxmlformats.org/drawingml/2006/main" w="0">
            <a:noFill/>
            <a:prstDash val="solid"/>
          </a:ln>
        </p:spPr>
      </p:sp>
      <p:sp>
        <p:nvSpPr>
          <p:cNvPr id="2" name="footer-module-4">
            <a:extLst xmlns:a="http://schemas.openxmlformats.org/drawingml/2006/main">
              <a:ext uri="{FF2B5EF4-FFF2-40B4-BE49-F238E27FC236}">
                <a16:creationId xmlns:a16="http://schemas.microsoft.com/office/drawing/2014/main" id="{358EF914-C15C-41A6-8F7C-6D23D2E428BD}"/>
              </a:ext>
            </a:extLst>
          </p:cNvPr>
          <p:cNvSpPr>
            <a:spLocks xmlns:a="http://schemas.openxmlformats.org/drawingml/2006/main" noGrp="1"/>
          </p:cNvSpPr>
          <p:nvPr/>
        </p:nvSpPr>
        <p:spPr>
          <a:xfrm xmlns:a="http://schemas.openxmlformats.org/drawingml/2006/main">
            <a:off x="533400" y="6505575"/>
            <a:ext cx="638175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53645B"/>
                </a:solidFill>
                <a:latin typeface="Aptos"/>
                <a:ea typeface="Aptos"/>
                <a:cs typeface="Aptos"/>
              </a:defRPr>
            </a:pPr>
            <a:r>
              <a:rPr sz="1050" b="1">
                <a:solidFill>
                  <a:srgbClr val="53645B"/>
                </a:solidFill>
                <a:latin typeface="Aptos"/>
                <a:ea typeface="Aptos"/>
                <a:cs typeface="Aptos"/>
              </a:rPr>
              <a:t>YEAR 9 FOOD IN AUSTRALIA  •  MODULE 10</a:t>
            </a:r>
          </a:p>
        </p:txBody>
      </p:sp>
      <p:sp>
        <p:nvSpPr>
          <p:cNvPr id="3" name="footer-page-4">
            <a:extLst xmlns:a="http://schemas.openxmlformats.org/drawingml/2006/main">
              <a:ext uri="{FF2B5EF4-FFF2-40B4-BE49-F238E27FC236}">
                <a16:creationId xmlns:a16="http://schemas.microsoft.com/office/drawing/2014/main" id="{462A5012-9F2E-4090-B89D-D514DA8F9424}"/>
              </a:ext>
            </a:extLst>
          </p:cNvPr>
          <p:cNvSpPr>
            <a:spLocks xmlns:a="http://schemas.openxmlformats.org/drawingml/2006/main" noGrp="1"/>
          </p:cNvSpPr>
          <p:nvPr/>
        </p:nvSpPr>
        <p:spPr>
          <a:xfrm xmlns:a="http://schemas.openxmlformats.org/drawingml/2006/main">
            <a:off x="11144250" y="6486525"/>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1">
                <a:solidFill>
                  <a:srgbClr val="53645B"/>
                </a:solidFill>
                <a:latin typeface="Aptos"/>
                <a:ea typeface="Aptos"/>
                <a:cs typeface="Aptos"/>
              </a:defRPr>
            </a:pPr>
            <a:r>
              <a:rPr sz="1050" b="1">
                <a:solidFill>
                  <a:srgbClr val="53645B"/>
                </a:solidFill>
                <a:latin typeface="Aptos"/>
                <a:ea typeface="Aptos"/>
                <a:cs typeface="Aptos"/>
              </a:rPr>
              <a:t>04</a:t>
            </a:r>
          </a:p>
        </p:txBody>
      </p:sp>
      <p:sp>
        <p:nvSpPr>
          <p:cNvPr id="4" name="section-label-4">
            <a:extLst xmlns:a="http://schemas.openxmlformats.org/drawingml/2006/main">
              <a:ext uri="{FF2B5EF4-FFF2-40B4-BE49-F238E27FC236}">
                <a16:creationId xmlns:a16="http://schemas.microsoft.com/office/drawing/2014/main" id="{1C13E877-14B2-4762-9653-38AF8D2E4258}"/>
              </a:ext>
            </a:extLst>
          </p:cNvPr>
          <p:cNvSpPr>
            <a:spLocks xmlns:a="http://schemas.openxmlformats.org/drawingml/2006/main" noGrp="1"/>
          </p:cNvSpPr>
          <p:nvPr/>
        </p:nvSpPr>
        <p:spPr>
          <a:xfrm xmlns:a="http://schemas.openxmlformats.org/drawingml/2006/main">
            <a:off x="533400" y="304800"/>
            <a:ext cx="628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1">
                <a:solidFill>
                  <a:srgbClr val="93442F"/>
                </a:solidFill>
                <a:latin typeface="Aptos"/>
                <a:ea typeface="Aptos"/>
                <a:cs typeface="Aptos"/>
              </a:defRPr>
            </a:pPr>
            <a:r>
              <a:rPr sz="1275" b="1">
                <a:solidFill>
                  <a:srgbClr val="93442F"/>
                </a:solidFill>
                <a:latin typeface="Aptos"/>
                <a:ea typeface="Aptos"/>
                <a:cs typeface="Aptos"/>
              </a:rPr>
              <a:t>IDEA 2 · M10-S02</a:t>
            </a:r>
          </a:p>
        </p:txBody>
      </p:sp>
      <p:sp>
        <p:nvSpPr>
          <p:cNvPr id="5" name="slide-title-4">
            <a:extLst xmlns:a="http://schemas.openxmlformats.org/drawingml/2006/main">
              <a:ext uri="{FF2B5EF4-FFF2-40B4-BE49-F238E27FC236}">
                <a16:creationId xmlns:a16="http://schemas.microsoft.com/office/drawing/2014/main" id="{0162F23C-3AC4-4D8F-BF98-21B2BA76A933}"/>
              </a:ext>
            </a:extLst>
          </p:cNvPr>
          <p:cNvSpPr>
            <a:spLocks xmlns:a="http://schemas.openxmlformats.org/drawingml/2006/main" noGrp="1"/>
          </p:cNvSpPr>
          <p:nvPr/>
        </p:nvSpPr>
        <p:spPr>
          <a:xfrm xmlns:a="http://schemas.openxmlformats.org/drawingml/2006/main">
            <a:off x="533400" y="638175"/>
            <a:ext cx="110871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17231E"/>
                </a:solidFill>
                <a:latin typeface="Aptos Display"/>
                <a:ea typeface="Aptos Display"/>
                <a:cs typeface="Aptos Display"/>
              </a:defRPr>
            </a:pPr>
            <a:r>
              <a:rPr sz="3600" b="1">
                <a:solidFill>
                  <a:srgbClr val="17231E"/>
                </a:solidFill>
                <a:latin typeface="Aptos Display"/>
                <a:ea typeface="Aptos Display"/>
                <a:cs typeface="Aptos Display"/>
              </a:rPr>
              <a:t>Explain change with evidence</a:t>
            </a:r>
          </a:p>
        </p:txBody>
      </p:sp>
      <p:sp>
        <p:nvSpPr>
          <p:cNvPr id="6" name="idea-2-body">
            <a:extLst xmlns:a="http://schemas.openxmlformats.org/drawingml/2006/main">
              <a:ext uri="{FF2B5EF4-FFF2-40B4-BE49-F238E27FC236}">
                <a16:creationId xmlns:a16="http://schemas.microsoft.com/office/drawing/2014/main" id="{73BCBBD3-E818-4319-9DEA-5DCF8E2ABE4A}"/>
              </a:ext>
            </a:extLst>
          </p:cNvPr>
          <p:cNvSpPr>
            <a:spLocks xmlns:a="http://schemas.openxmlformats.org/drawingml/2006/main" noGrp="1"/>
          </p:cNvSpPr>
          <p:nvPr/>
        </p:nvSpPr>
        <p:spPr>
          <a:xfrm xmlns:a="http://schemas.openxmlformats.org/drawingml/2006/main">
            <a:off x="533400" y="1685925"/>
            <a:ext cx="4686300" cy="2324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75" b="0">
                <a:solidFill>
                  <a:srgbClr val="17231E"/>
                </a:solidFill>
                <a:latin typeface="Aptos"/>
                <a:ea typeface="Aptos"/>
                <a:cs typeface="Aptos"/>
              </a:defRPr>
            </a:pPr>
            <a:r>
              <a:rPr sz="1875" b="0">
                <a:solidFill>
                  <a:srgbClr val="17231E"/>
                </a:solidFill>
                <a:latin typeface="Aptos"/>
                <a:ea typeface="Aptos"/>
                <a:cs typeface="Aptos"/>
              </a:rPr>
              <a:t>A strong explanation makes a claim, selects evidence from at least two unit domains, explains how factors interacted, and qualifies the conclusion. Lists show what happened; reasoning shows why the evidence matters.</a:t>
            </a:r>
          </a:p>
        </p:txBody>
      </p:sp>
      <p:sp>
        <p:nvSpPr>
          <p:cNvPr id="7" name="idea-2-notice-band">
            <a:extLst xmlns:a="http://schemas.openxmlformats.org/drawingml/2006/main">
              <a:ext uri="{FF2B5EF4-FFF2-40B4-BE49-F238E27FC236}">
                <a16:creationId xmlns:a16="http://schemas.microsoft.com/office/drawing/2014/main" id="{13951243-9E22-4B21-A752-1EA56D7964C0}"/>
              </a:ext>
            </a:extLst>
          </p:cNvPr>
          <p:cNvSpPr>
            <a:spLocks xmlns:a="http://schemas.openxmlformats.org/drawingml/2006/main" noGrp="1"/>
          </p:cNvSpPr>
          <p:nvPr/>
        </p:nvSpPr>
        <p:spPr>
          <a:xfrm xmlns:a="http://schemas.openxmlformats.org/drawingml/2006/main">
            <a:off x="533400" y="4391025"/>
            <a:ext cx="4686300" cy="1162050"/>
          </a:xfrm>
          <a:prstGeom xmlns:a="http://schemas.openxmlformats.org/drawingml/2006/main" prst="roundRect">
            <a:avLst>
              <a:gd name="adj" fmla="val 9836"/>
            </a:avLst>
          </a:prstGeom>
          <a:solidFill xmlns:a="http://schemas.openxmlformats.org/drawingml/2006/main">
            <a:srgbClr val="EEF3EF"/>
          </a:solidFill>
          <a:ln xmlns:a="http://schemas.openxmlformats.org/drawingml/2006/main" w="9525">
            <a:solidFill>
              <a:srgbClr val="CDD5CF"/>
            </a:solidFill>
            <a:prstDash val="solid"/>
          </a:ln>
        </p:spPr>
      </p:sp>
      <p:sp>
        <p:nvSpPr>
          <p:cNvPr id="8" name="idea-2-notice">
            <a:extLst xmlns:a="http://schemas.openxmlformats.org/drawingml/2006/main">
              <a:ext uri="{FF2B5EF4-FFF2-40B4-BE49-F238E27FC236}">
                <a16:creationId xmlns:a16="http://schemas.microsoft.com/office/drawing/2014/main" id="{2065E884-6213-43C6-95EF-CF91D0268887}"/>
              </a:ext>
            </a:extLst>
          </p:cNvPr>
          <p:cNvSpPr>
            <a:spLocks xmlns:a="http://schemas.openxmlformats.org/drawingml/2006/main" noGrp="1"/>
          </p:cNvSpPr>
          <p:nvPr/>
        </p:nvSpPr>
        <p:spPr>
          <a:xfrm xmlns:a="http://schemas.openxmlformats.org/drawingml/2006/main">
            <a:off x="762000" y="4591050"/>
            <a:ext cx="42291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a:solidFill>
                  <a:srgbClr val="154332"/>
                </a:solidFill>
                <a:latin typeface="Aptos"/>
                <a:ea typeface="Aptos"/>
                <a:cs typeface="Aptos"/>
              </a:defRPr>
            </a:pPr>
            <a:r>
              <a:rPr sz="1650" b="1">
                <a:solidFill>
                  <a:srgbClr val="154332"/>
                </a:solidFill>
                <a:latin typeface="Aptos"/>
                <a:ea typeface="Aptos"/>
                <a:cs typeface="Aptos"/>
              </a:rPr>
              <a:t>Compare the two lanes. Where does each pathway limit a claim, and where should uncertainty or context be made visible?</a:t>
            </a:r>
          </a:p>
        </p:txBody>
      </p:sp>
      <p:sp>
        <p:nvSpPr>
          <p:cNvPr id="9" name="idea-2-visual-frame">
            <a:extLst xmlns:a="http://schemas.openxmlformats.org/drawingml/2006/main">
              <a:ext uri="{FF2B5EF4-FFF2-40B4-BE49-F238E27FC236}">
                <a16:creationId xmlns:a16="http://schemas.microsoft.com/office/drawing/2014/main" id="{985861D1-386D-411D-8972-784EC464CDEC}"/>
              </a:ext>
            </a:extLst>
          </p:cNvPr>
          <p:cNvSpPr>
            <a:spLocks xmlns:a="http://schemas.openxmlformats.org/drawingml/2006/main" noGrp="1"/>
          </p:cNvSpPr>
          <p:nvPr/>
        </p:nvSpPr>
        <p:spPr>
          <a:xfrm xmlns:a="http://schemas.openxmlformats.org/drawingml/2006/main">
            <a:off x="5715000" y="1524000"/>
            <a:ext cx="5848350" cy="4076700"/>
          </a:xfrm>
          <a:prstGeom xmlns:a="http://schemas.openxmlformats.org/drawingml/2006/main" prst="roundRect">
            <a:avLst>
              <a:gd name="adj" fmla="val 3738"/>
            </a:avLst>
          </a:prstGeom>
          <a:solidFill xmlns:a="http://schemas.openxmlformats.org/drawingml/2006/main">
            <a:srgbClr val="FFFFFF"/>
          </a:solidFill>
          <a:ln xmlns:a="http://schemas.openxmlformats.org/drawingml/2006/main" w="9525">
            <a:solidFill>
              <a:srgbClr val="CDD5CF"/>
            </a:solidFill>
            <a:prstDash val="solid"/>
          </a:ln>
        </p:spPr>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1ea26331cafe4be5"/>
          <a:stretch xmlns:a="http://schemas.openxmlformats.org/drawingml/2006/main"/>
        </p:blipFill>
        <p:spPr>
          <a:xfrm xmlns:a="http://schemas.openxmlformats.org/drawingml/2006/main">
            <a:off x="5753100" y="1758553"/>
            <a:ext cx="5772150" cy="3607594"/>
          </a:xfrm>
          <a:prstGeom xmlns:a="http://schemas.openxmlformats.org/drawingml/2006/main" prst="roundRect">
            <a:avLst>
              <a:gd name="adj" fmla="val 2857"/>
            </a:avLst>
          </a:prstGeom>
        </p:spPr>
      </p:pic>
      <p:sp>
        <p:nvSpPr>
          <p:cNvPr id="11" name="idea-2-visual-caption">
            <a:extLst xmlns:a="http://schemas.openxmlformats.org/drawingml/2006/main">
              <a:ext uri="{FF2B5EF4-FFF2-40B4-BE49-F238E27FC236}">
                <a16:creationId xmlns:a16="http://schemas.microsoft.com/office/drawing/2014/main" id="{FC7E0FF3-4FDE-486E-B41B-81038EC67E14}"/>
              </a:ext>
            </a:extLst>
          </p:cNvPr>
          <p:cNvSpPr>
            <a:spLocks xmlns:a="http://schemas.openxmlformats.org/drawingml/2006/main" noGrp="1"/>
          </p:cNvSpPr>
          <p:nvPr/>
        </p:nvSpPr>
        <p:spPr>
          <a:xfrm xmlns:a="http://schemas.openxmlformats.org/drawingml/2006/main">
            <a:off x="5753100" y="5657850"/>
            <a:ext cx="57721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a:solidFill>
                  <a:srgbClr val="53645B"/>
                </a:solidFill>
                <a:latin typeface="Aptos"/>
                <a:ea typeface="Aptos"/>
                <a:cs typeface="Aptos"/>
              </a:defRPr>
            </a:pPr>
            <a:r>
              <a:rPr sz="1125" b="0">
                <a:solidFill>
                  <a:srgbClr val="53645B"/>
                </a:solidFill>
                <a:latin typeface="Aptos"/>
                <a:ea typeface="Aptos"/>
                <a:cs typeface="Aptos"/>
              </a:rPr>
              <a:t>Private diary analysis and course synthesis use the same discipline: protect context, explain reasoning and never claim more than the evidence supports.</a:t>
            </a:r>
          </a:p>
        </p:txBody>
      </p:sp>
    </p:spTree>
    <p:extLst>
      <p:ext uri="{BB962C8B-B14F-4D97-AF65-F5344CB8AC3E}">
        <p14:creationId xmlns:p14="http://schemas.microsoft.com/office/powerpoint/2010/main" val="1521683913"/>
      </p:ext>
    </p:extLst>
  </p:cSld>
</p:sld>
</file>

<file path=ppt/slides/slide5.xml><?xml version="1.0" encoding="utf-8"?>
<p:sld xmlns:p="http://schemas.openxmlformats.org/presentationml/2006/main">
  <p:cSld>
    <p:bg>
      <p:bgPr>
        <a:solidFill xmlns:a="http://schemas.openxmlformats.org/drawingml/2006/main">
          <a:srgbClr val="FFFDF8"/>
        </a:solidFill>
      </p:bgPr>
    </p:bg>
    <p:spTree>
      <p:nvGrpSpPr>
        <p:cNvPr id="1" name=""/>
        <p:cNvGrpSpPr/>
        <p:nvPr/>
      </p:nvGrpSpPr>
      <p:grpSpPr>
        <a:xfrm xmlns:a="http://schemas.openxmlformats.org/drawingml/2006/main"/>
      </p:grpSpPr>
      <p:sp>
        <p:nvSpPr>
          <p:cNvPr id="12" name="top-accent-5">
            <a:extLst xmlns:a="http://schemas.openxmlformats.org/drawingml/2006/main">
              <a:ext uri="{FF2B5EF4-FFF2-40B4-BE49-F238E27FC236}">
                <a16:creationId xmlns:a16="http://schemas.microsoft.com/office/drawing/2014/main" id="{F1E830AC-B39D-416F-88AB-EC094D808979}"/>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93442F"/>
          </a:solidFill>
          <a:ln xmlns:a="http://schemas.openxmlformats.org/drawingml/2006/main" w="0">
            <a:noFill/>
            <a:prstDash val="solid"/>
          </a:ln>
        </p:spPr>
      </p:sp>
      <p:sp>
        <p:nvSpPr>
          <p:cNvPr id="2" name="footer-module-5">
            <a:extLst xmlns:a="http://schemas.openxmlformats.org/drawingml/2006/main">
              <a:ext uri="{FF2B5EF4-FFF2-40B4-BE49-F238E27FC236}">
                <a16:creationId xmlns:a16="http://schemas.microsoft.com/office/drawing/2014/main" id="{B7EC806D-01CB-4200-9885-2A8A12DB712F}"/>
              </a:ext>
            </a:extLst>
          </p:cNvPr>
          <p:cNvSpPr>
            <a:spLocks xmlns:a="http://schemas.openxmlformats.org/drawingml/2006/main" noGrp="1"/>
          </p:cNvSpPr>
          <p:nvPr/>
        </p:nvSpPr>
        <p:spPr>
          <a:xfrm xmlns:a="http://schemas.openxmlformats.org/drawingml/2006/main">
            <a:off x="533400" y="6505575"/>
            <a:ext cx="638175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53645B"/>
                </a:solidFill>
                <a:latin typeface="Aptos"/>
                <a:ea typeface="Aptos"/>
                <a:cs typeface="Aptos"/>
              </a:defRPr>
            </a:pPr>
            <a:r>
              <a:rPr sz="1050" b="1">
                <a:solidFill>
                  <a:srgbClr val="53645B"/>
                </a:solidFill>
                <a:latin typeface="Aptos"/>
                <a:ea typeface="Aptos"/>
                <a:cs typeface="Aptos"/>
              </a:rPr>
              <a:t>YEAR 9 FOOD IN AUSTRALIA  •  MODULE 10</a:t>
            </a:r>
          </a:p>
        </p:txBody>
      </p:sp>
      <p:sp>
        <p:nvSpPr>
          <p:cNvPr id="3" name="footer-page-5">
            <a:extLst xmlns:a="http://schemas.openxmlformats.org/drawingml/2006/main">
              <a:ext uri="{FF2B5EF4-FFF2-40B4-BE49-F238E27FC236}">
                <a16:creationId xmlns:a16="http://schemas.microsoft.com/office/drawing/2014/main" id="{FF8B82AA-B27C-475B-8E32-9314A9976FE0}"/>
              </a:ext>
            </a:extLst>
          </p:cNvPr>
          <p:cNvSpPr>
            <a:spLocks xmlns:a="http://schemas.openxmlformats.org/drawingml/2006/main" noGrp="1"/>
          </p:cNvSpPr>
          <p:nvPr/>
        </p:nvSpPr>
        <p:spPr>
          <a:xfrm xmlns:a="http://schemas.openxmlformats.org/drawingml/2006/main">
            <a:off x="11144250" y="6486525"/>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1">
                <a:solidFill>
                  <a:srgbClr val="53645B"/>
                </a:solidFill>
                <a:latin typeface="Aptos"/>
                <a:ea typeface="Aptos"/>
                <a:cs typeface="Aptos"/>
              </a:defRPr>
            </a:pPr>
            <a:r>
              <a:rPr sz="1050" b="1">
                <a:solidFill>
                  <a:srgbClr val="53645B"/>
                </a:solidFill>
                <a:latin typeface="Aptos"/>
                <a:ea typeface="Aptos"/>
                <a:cs typeface="Aptos"/>
              </a:rPr>
              <a:t>05</a:t>
            </a:r>
          </a:p>
        </p:txBody>
      </p:sp>
      <p:sp>
        <p:nvSpPr>
          <p:cNvPr id="4" name="section-label-5">
            <a:extLst xmlns:a="http://schemas.openxmlformats.org/drawingml/2006/main">
              <a:ext uri="{FF2B5EF4-FFF2-40B4-BE49-F238E27FC236}">
                <a16:creationId xmlns:a16="http://schemas.microsoft.com/office/drawing/2014/main" id="{73836563-EE61-48D4-A45D-FDE9A5047674}"/>
              </a:ext>
            </a:extLst>
          </p:cNvPr>
          <p:cNvSpPr>
            <a:spLocks xmlns:a="http://schemas.openxmlformats.org/drawingml/2006/main" noGrp="1"/>
          </p:cNvSpPr>
          <p:nvPr/>
        </p:nvSpPr>
        <p:spPr>
          <a:xfrm xmlns:a="http://schemas.openxmlformats.org/drawingml/2006/main">
            <a:off x="533400" y="304800"/>
            <a:ext cx="628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1">
                <a:solidFill>
                  <a:srgbClr val="93442F"/>
                </a:solidFill>
                <a:latin typeface="Aptos"/>
                <a:ea typeface="Aptos"/>
                <a:cs typeface="Aptos"/>
              </a:defRPr>
            </a:pPr>
            <a:r>
              <a:rPr sz="1275" b="1">
                <a:solidFill>
                  <a:srgbClr val="93442F"/>
                </a:solidFill>
                <a:latin typeface="Aptos"/>
                <a:ea typeface="Aptos"/>
                <a:cs typeface="Aptos"/>
              </a:rPr>
              <a:t>IDEA 3 · M10-S03</a:t>
            </a:r>
          </a:p>
        </p:txBody>
      </p:sp>
      <p:sp>
        <p:nvSpPr>
          <p:cNvPr id="5" name="slide-title-5">
            <a:extLst xmlns:a="http://schemas.openxmlformats.org/drawingml/2006/main">
              <a:ext uri="{FF2B5EF4-FFF2-40B4-BE49-F238E27FC236}">
                <a16:creationId xmlns:a16="http://schemas.microsoft.com/office/drawing/2014/main" id="{4E1B7222-A883-4244-9F76-1C39BFA2799C}"/>
              </a:ext>
            </a:extLst>
          </p:cNvPr>
          <p:cNvSpPr>
            <a:spLocks xmlns:a="http://schemas.openxmlformats.org/drawingml/2006/main" noGrp="1"/>
          </p:cNvSpPr>
          <p:nvPr/>
        </p:nvSpPr>
        <p:spPr>
          <a:xfrm xmlns:a="http://schemas.openxmlformats.org/drawingml/2006/main">
            <a:off x="533400" y="638175"/>
            <a:ext cx="110871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17231E"/>
                </a:solidFill>
                <a:latin typeface="Aptos Display"/>
                <a:ea typeface="Aptos Display"/>
                <a:cs typeface="Aptos Display"/>
              </a:defRPr>
            </a:pPr>
            <a:r>
              <a:rPr sz="3600" b="1">
                <a:solidFill>
                  <a:srgbClr val="17231E"/>
                </a:solidFill>
                <a:latin typeface="Aptos Display"/>
                <a:ea typeface="Aptos Display"/>
                <a:cs typeface="Aptos Display"/>
              </a:rPr>
              <a:t>Select, reflect and present evidence</a:t>
            </a:r>
          </a:p>
        </p:txBody>
      </p:sp>
      <p:sp>
        <p:nvSpPr>
          <p:cNvPr id="6" name="idea-3-body">
            <a:extLst xmlns:a="http://schemas.openxmlformats.org/drawingml/2006/main">
              <a:ext uri="{FF2B5EF4-FFF2-40B4-BE49-F238E27FC236}">
                <a16:creationId xmlns:a16="http://schemas.microsoft.com/office/drawing/2014/main" id="{A551C447-6EC2-4EB3-9252-18BE4BEED66E}"/>
              </a:ext>
            </a:extLst>
          </p:cNvPr>
          <p:cNvSpPr>
            <a:spLocks xmlns:a="http://schemas.openxmlformats.org/drawingml/2006/main" noGrp="1"/>
          </p:cNvSpPr>
          <p:nvPr/>
        </p:nvSpPr>
        <p:spPr>
          <a:xfrm xmlns:a="http://schemas.openxmlformats.org/drawingml/2006/main">
            <a:off x="533400" y="1571625"/>
            <a:ext cx="4476750" cy="2428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75" b="0">
                <a:solidFill>
                  <a:srgbClr val="17231E"/>
                </a:solidFill>
                <a:latin typeface="Aptos"/>
                <a:ea typeface="Aptos"/>
                <a:cs typeface="Aptos"/>
              </a:defRPr>
            </a:pPr>
            <a:r>
              <a:rPr sz="1875" b="0">
                <a:solidFill>
                  <a:srgbClr val="17231E"/>
                </a:solidFill>
                <a:latin typeface="Aptos"/>
                <a:ea typeface="Aptos"/>
                <a:cs typeface="Aptos"/>
              </a:rPr>
              <a:t>Select evidence for a learning purpose. Explain what each example demonstrates, how your thinking changed and what you would improve. Saving or exporting a copy does not submit it; follow teacher directions.</a:t>
            </a:r>
          </a:p>
        </p:txBody>
      </p:sp>
      <p:sp>
        <p:nvSpPr>
          <p:cNvPr id="7" name="idea-3-decision-band">
            <a:extLst xmlns:a="http://schemas.openxmlformats.org/drawingml/2006/main">
              <a:ext uri="{FF2B5EF4-FFF2-40B4-BE49-F238E27FC236}">
                <a16:creationId xmlns:a16="http://schemas.microsoft.com/office/drawing/2014/main" id="{1A1ED945-C3A8-4E99-BF10-AB1BC2C6C89E}"/>
              </a:ext>
            </a:extLst>
          </p:cNvPr>
          <p:cNvSpPr>
            <a:spLocks xmlns:a="http://schemas.openxmlformats.org/drawingml/2006/main" noGrp="1"/>
          </p:cNvSpPr>
          <p:nvPr/>
        </p:nvSpPr>
        <p:spPr>
          <a:xfrm xmlns:a="http://schemas.openxmlformats.org/drawingml/2006/main">
            <a:off x="533400" y="4324350"/>
            <a:ext cx="4476750" cy="1200150"/>
          </a:xfrm>
          <a:prstGeom xmlns:a="http://schemas.openxmlformats.org/drawingml/2006/main" prst="roundRect">
            <a:avLst>
              <a:gd name="adj" fmla="val 9524"/>
            </a:avLst>
          </a:prstGeom>
          <a:solidFill xmlns:a="http://schemas.openxmlformats.org/drawingml/2006/main">
            <a:srgbClr val="154332"/>
          </a:solidFill>
          <a:ln xmlns:a="http://schemas.openxmlformats.org/drawingml/2006/main" w="0">
            <a:noFill/>
            <a:prstDash val="solid"/>
          </a:ln>
        </p:spPr>
      </p:sp>
      <p:sp>
        <p:nvSpPr>
          <p:cNvPr id="8" name="idea-3-decision">
            <a:extLst xmlns:a="http://schemas.openxmlformats.org/drawingml/2006/main">
              <a:ext uri="{FF2B5EF4-FFF2-40B4-BE49-F238E27FC236}">
                <a16:creationId xmlns:a16="http://schemas.microsoft.com/office/drawing/2014/main" id="{FC97D9C4-2598-4817-B402-668CD053F180}"/>
              </a:ext>
            </a:extLst>
          </p:cNvPr>
          <p:cNvSpPr>
            <a:spLocks xmlns:a="http://schemas.openxmlformats.org/drawingml/2006/main" noGrp="1"/>
          </p:cNvSpPr>
          <p:nvPr/>
        </p:nvSpPr>
        <p:spPr>
          <a:xfrm xmlns:a="http://schemas.openxmlformats.org/drawingml/2006/main">
            <a:off x="762000" y="4514850"/>
            <a:ext cx="40195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2598"/>
          </a:bodyPr>
          <a:lstStyle xmlns:a="http://schemas.openxmlformats.org/drawingml/2006/main"/>
          <a:p xmlns:a="http://schemas.openxmlformats.org/drawingml/2006/main">
            <a:pPr algn="l">
              <a:defRPr sz="1650" b="1">
                <a:solidFill>
                  <a:srgbClr val="FFFFFF"/>
                </a:solidFill>
                <a:latin typeface="Aptos"/>
                <a:ea typeface="Aptos"/>
                <a:cs typeface="Aptos"/>
              </a:defRPr>
            </a:pPr>
            <a:r>
              <a:rPr sz="1650" b="1">
                <a:solidFill>
                  <a:srgbClr val="FFFFFF"/>
                </a:solidFill>
                <a:latin typeface="Aptos"/>
                <a:ea typeface="Aptos"/>
                <a:cs typeface="Aptos"/>
              </a:rPr>
              <a:t>Follow the movement from the large stack to three selected cards and the notebook. What should be kept private, contextualised or left out?</a:t>
            </a:r>
          </a:p>
        </p:txBody>
      </p:sp>
      <p:sp>
        <p:nvSpPr>
          <p:cNvPr id="9" name="idea-3-visual-frame">
            <a:extLst xmlns:a="http://schemas.openxmlformats.org/drawingml/2006/main">
              <a:ext uri="{FF2B5EF4-FFF2-40B4-BE49-F238E27FC236}">
                <a16:creationId xmlns:a16="http://schemas.microsoft.com/office/drawing/2014/main" id="{CD55E47F-D30D-49C2-86A0-5554E0CD3B4A}"/>
              </a:ext>
            </a:extLst>
          </p:cNvPr>
          <p:cNvSpPr>
            <a:spLocks xmlns:a="http://schemas.openxmlformats.org/drawingml/2006/main" noGrp="1"/>
          </p:cNvSpPr>
          <p:nvPr/>
        </p:nvSpPr>
        <p:spPr>
          <a:xfrm xmlns:a="http://schemas.openxmlformats.org/drawingml/2006/main">
            <a:off x="5505450" y="1524000"/>
            <a:ext cx="6057900" cy="4038600"/>
          </a:xfrm>
          <a:prstGeom xmlns:a="http://schemas.openxmlformats.org/drawingml/2006/main" prst="roundRect">
            <a:avLst>
              <a:gd name="adj" fmla="val 3774"/>
            </a:avLst>
          </a:prstGeom>
          <a:solidFill xmlns:a="http://schemas.openxmlformats.org/drawingml/2006/main">
            <a:srgbClr val="FFFFFF"/>
          </a:solidFill>
          <a:ln xmlns:a="http://schemas.openxmlformats.org/drawingml/2006/main" w="9525">
            <a:solidFill>
              <a:srgbClr val="CDD5CF"/>
            </a:solidFill>
            <a:prstDash val="solid"/>
          </a:ln>
        </p:spPr>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a63d9f87b79a4892"/>
          <a:srcRect xmlns:a="http://schemas.openxmlformats.org/drawingml/2006/main" l="0" t="318" r="0" b="318"/>
          <a:stretch xmlns:a="http://schemas.openxmlformats.org/drawingml/2006/main">
            <a:fillRect l="0" t="0" r="0" b="0"/>
          </a:stretch>
        </p:blipFill>
        <p:spPr>
          <a:xfrm xmlns:a="http://schemas.openxmlformats.org/drawingml/2006/main">
            <a:off x="5543550" y="1562100"/>
            <a:ext cx="5981700" cy="3962400"/>
          </a:xfrm>
          <a:prstGeom xmlns:a="http://schemas.openxmlformats.org/drawingml/2006/main" prst="roundRect">
            <a:avLst>
              <a:gd name="adj" fmla="val 2885"/>
            </a:avLst>
          </a:prstGeom>
        </p:spPr>
      </p:pic>
      <p:sp>
        <p:nvSpPr>
          <p:cNvPr id="11" name="idea-3-visual-caption">
            <a:extLst xmlns:a="http://schemas.openxmlformats.org/drawingml/2006/main">
              <a:ext uri="{FF2B5EF4-FFF2-40B4-BE49-F238E27FC236}">
                <a16:creationId xmlns:a16="http://schemas.microsoft.com/office/drawing/2014/main" id="{01E896DF-CFA7-440B-AA40-54494978FD94}"/>
              </a:ext>
            </a:extLst>
          </p:cNvPr>
          <p:cNvSpPr>
            <a:spLocks xmlns:a="http://schemas.openxmlformats.org/drawingml/2006/main" noGrp="1"/>
          </p:cNvSpPr>
          <p:nvPr/>
        </p:nvSpPr>
        <p:spPr>
          <a:xfrm xmlns:a="http://schemas.openxmlformats.org/drawingml/2006/main">
            <a:off x="5543550" y="5619750"/>
            <a:ext cx="59817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a:solidFill>
                  <a:srgbClr val="53645B"/>
                </a:solidFill>
                <a:latin typeface="Aptos"/>
                <a:ea typeface="Aptos"/>
                <a:cs typeface="Aptos"/>
              </a:defRPr>
            </a:pPr>
            <a:r>
              <a:rPr sz="1125" b="0">
                <a:solidFill>
                  <a:srgbClr val="53645B"/>
                </a:solidFill>
                <a:latin typeface="Aptos"/>
                <a:ea typeface="Aptos"/>
                <a:cs typeface="Aptos"/>
              </a:rPr>
              <a:t>A fictional private-safe evidence workspace showing selection, privacy and reflection; the blank artefacts are not student work or assessment evidence.</a:t>
            </a:r>
          </a:p>
        </p:txBody>
      </p:sp>
    </p:spTree>
    <p:extLst>
      <p:ext uri="{BB962C8B-B14F-4D97-AF65-F5344CB8AC3E}">
        <p14:creationId xmlns:p14="http://schemas.microsoft.com/office/powerpoint/2010/main" val="1014579432"/>
      </p:ext>
    </p:extLst>
  </p:cSld>
</p:sld>
</file>

<file path=ppt/slides/slide6.xml><?xml version="1.0" encoding="utf-8"?>
<p:sld xmlns:p="http://schemas.openxmlformats.org/presentationml/2006/main">
  <p:cSld>
    <p:bg>
      <p:bgPr>
        <a:solidFill xmlns:a="http://schemas.openxmlformats.org/drawingml/2006/main">
          <a:srgbClr val="154332"/>
        </a:solidFill>
      </p:bgPr>
    </p:bg>
    <p:spTree>
      <p:nvGrpSpPr>
        <p:cNvPr id="1" name=""/>
        <p:cNvGrpSpPr/>
        <p:nvPr/>
      </p:nvGrpSpPr>
      <p:grpSpPr>
        <a:xfrm xmlns:a="http://schemas.openxmlformats.org/drawingml/2006/main"/>
      </p:grpSpPr>
      <p:sp>
        <p:nvSpPr>
          <p:cNvPr id="21" name="top-accent-6">
            <a:extLst xmlns:a="http://schemas.openxmlformats.org/drawingml/2006/main">
              <a:ext uri="{FF2B5EF4-FFF2-40B4-BE49-F238E27FC236}">
                <a16:creationId xmlns:a16="http://schemas.microsoft.com/office/drawing/2014/main" id="{3113F153-5A0E-417D-A838-77CD53E1FE55}"/>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93442F"/>
          </a:solidFill>
          <a:ln xmlns:a="http://schemas.openxmlformats.org/drawingml/2006/main" w="0">
            <a:noFill/>
            <a:prstDash val="solid"/>
          </a:ln>
        </p:spPr>
      </p:sp>
      <p:sp>
        <p:nvSpPr>
          <p:cNvPr id="2" name="footer-module-6">
            <a:extLst xmlns:a="http://schemas.openxmlformats.org/drawingml/2006/main">
              <a:ext uri="{FF2B5EF4-FFF2-40B4-BE49-F238E27FC236}">
                <a16:creationId xmlns:a16="http://schemas.microsoft.com/office/drawing/2014/main" id="{FE652A7B-AA17-42C9-A866-CB6CE502206E}"/>
              </a:ext>
            </a:extLst>
          </p:cNvPr>
          <p:cNvSpPr>
            <a:spLocks xmlns:a="http://schemas.openxmlformats.org/drawingml/2006/main" noGrp="1"/>
          </p:cNvSpPr>
          <p:nvPr/>
        </p:nvSpPr>
        <p:spPr>
          <a:xfrm xmlns:a="http://schemas.openxmlformats.org/drawingml/2006/main">
            <a:off x="533400" y="6505575"/>
            <a:ext cx="638175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DDE9E2"/>
                </a:solidFill>
                <a:latin typeface="Aptos"/>
                <a:ea typeface="Aptos"/>
                <a:cs typeface="Aptos"/>
              </a:defRPr>
            </a:pPr>
            <a:r>
              <a:rPr sz="1050" b="1">
                <a:solidFill>
                  <a:srgbClr val="DDE9E2"/>
                </a:solidFill>
                <a:latin typeface="Aptos"/>
                <a:ea typeface="Aptos"/>
                <a:cs typeface="Aptos"/>
              </a:rPr>
              <a:t>YEAR 9 FOOD IN AUSTRALIA  •  MODULE 10</a:t>
            </a:r>
          </a:p>
        </p:txBody>
      </p:sp>
      <p:sp>
        <p:nvSpPr>
          <p:cNvPr id="3" name="footer-page-6">
            <a:extLst xmlns:a="http://schemas.openxmlformats.org/drawingml/2006/main">
              <a:ext uri="{FF2B5EF4-FFF2-40B4-BE49-F238E27FC236}">
                <a16:creationId xmlns:a16="http://schemas.microsoft.com/office/drawing/2014/main" id="{5612A72E-9E2C-4B46-B8E8-0B19925269AB}"/>
              </a:ext>
            </a:extLst>
          </p:cNvPr>
          <p:cNvSpPr>
            <a:spLocks xmlns:a="http://schemas.openxmlformats.org/drawingml/2006/main" noGrp="1"/>
          </p:cNvSpPr>
          <p:nvPr/>
        </p:nvSpPr>
        <p:spPr>
          <a:xfrm xmlns:a="http://schemas.openxmlformats.org/drawingml/2006/main">
            <a:off x="11144250" y="6486525"/>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1">
                <a:solidFill>
                  <a:srgbClr val="DDE9E2"/>
                </a:solidFill>
                <a:latin typeface="Aptos"/>
                <a:ea typeface="Aptos"/>
                <a:cs typeface="Aptos"/>
              </a:defRPr>
            </a:pPr>
            <a:r>
              <a:rPr sz="1050" b="1">
                <a:solidFill>
                  <a:srgbClr val="DDE9E2"/>
                </a:solidFill>
                <a:latin typeface="Aptos"/>
                <a:ea typeface="Aptos"/>
                <a:cs typeface="Aptos"/>
              </a:rPr>
              <a:t>06</a:t>
            </a:r>
          </a:p>
        </p:txBody>
      </p:sp>
      <p:sp>
        <p:nvSpPr>
          <p:cNvPr id="4" name="retrieve-label">
            <a:extLst xmlns:a="http://schemas.openxmlformats.org/drawingml/2006/main">
              <a:ext uri="{FF2B5EF4-FFF2-40B4-BE49-F238E27FC236}">
                <a16:creationId xmlns:a16="http://schemas.microsoft.com/office/drawing/2014/main" id="{E7FE40E7-F288-4A38-99DE-2F7A5D437E4D}"/>
              </a:ext>
            </a:extLst>
          </p:cNvPr>
          <p:cNvSpPr>
            <a:spLocks xmlns:a="http://schemas.openxmlformats.org/drawingml/2006/main" noGrp="1"/>
          </p:cNvSpPr>
          <p:nvPr/>
        </p:nvSpPr>
        <p:spPr>
          <a:xfrm xmlns:a="http://schemas.openxmlformats.org/drawingml/2006/main">
            <a:off x="533400" y="352425"/>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1">
                <a:solidFill>
                  <a:srgbClr val="F1E5CE"/>
                </a:solidFill>
                <a:latin typeface="Aptos"/>
                <a:ea typeface="Aptos"/>
                <a:cs typeface="Aptos"/>
              </a:defRPr>
            </a:pPr>
            <a:r>
              <a:rPr sz="1275" b="1">
                <a:solidFill>
                  <a:srgbClr val="F1E5CE"/>
                </a:solidFill>
                <a:latin typeface="Aptos"/>
                <a:ea typeface="Aptos"/>
                <a:cs typeface="Aptos"/>
              </a:rPr>
              <a:t>SYNTHESIS AND ASSESSMENT READINESS · REHEARSAL</a:t>
            </a:r>
          </a:p>
        </p:txBody>
      </p:sp>
      <p:sp>
        <p:nvSpPr>
          <p:cNvPr id="5" name="retrieve-title">
            <a:extLst xmlns:a="http://schemas.openxmlformats.org/drawingml/2006/main">
              <a:ext uri="{FF2B5EF4-FFF2-40B4-BE49-F238E27FC236}">
                <a16:creationId xmlns:a16="http://schemas.microsoft.com/office/drawing/2014/main" id="{A094BA98-2613-44C0-981D-4C50C569A222}"/>
              </a:ext>
            </a:extLst>
          </p:cNvPr>
          <p:cNvSpPr>
            <a:spLocks xmlns:a="http://schemas.openxmlformats.org/drawingml/2006/main" noGrp="1"/>
          </p:cNvSpPr>
          <p:nvPr/>
        </p:nvSpPr>
        <p:spPr>
          <a:xfrm xmlns:a="http://schemas.openxmlformats.org/drawingml/2006/main">
            <a:off x="533400" y="704850"/>
            <a:ext cx="6858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FFFFFF"/>
                </a:solidFill>
                <a:latin typeface="Aptos Display"/>
                <a:ea typeface="Aptos Display"/>
                <a:cs typeface="Aptos Display"/>
              </a:defRPr>
            </a:pPr>
            <a:r>
              <a:rPr sz="3750" b="1">
                <a:solidFill>
                  <a:srgbClr val="FFFFFF"/>
                </a:solidFill>
                <a:latin typeface="Aptos Display"/>
                <a:ea typeface="Aptos Display"/>
                <a:cs typeface="Aptos Display"/>
              </a:rPr>
              <a:t>Stop. Think. Explain.</a:t>
            </a:r>
          </a:p>
        </p:txBody>
      </p:sp>
      <p:sp>
        <p:nvSpPr>
          <p:cNvPr id="6" name="retrieve-instruction">
            <a:extLst xmlns:a="http://schemas.openxmlformats.org/drawingml/2006/main">
              <a:ext uri="{FF2B5EF4-FFF2-40B4-BE49-F238E27FC236}">
                <a16:creationId xmlns:a16="http://schemas.microsoft.com/office/drawing/2014/main" id="{7707763A-D11F-4488-B8BE-8B9CFE383E1E}"/>
              </a:ext>
            </a:extLst>
          </p:cNvPr>
          <p:cNvSpPr>
            <a:spLocks xmlns:a="http://schemas.openxmlformats.org/drawingml/2006/main" noGrp="1"/>
          </p:cNvSpPr>
          <p:nvPr/>
        </p:nvSpPr>
        <p:spPr>
          <a:xfrm xmlns:a="http://schemas.openxmlformats.org/drawingml/2006/main">
            <a:off x="533400" y="1400175"/>
            <a:ext cx="7048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DDE9E2"/>
                </a:solidFill>
                <a:latin typeface="Aptos"/>
                <a:ea typeface="Aptos"/>
                <a:cs typeface="Aptos"/>
              </a:defRPr>
            </a:pPr>
            <a:r>
              <a:rPr sz="1725" b="0">
                <a:solidFill>
                  <a:srgbClr val="DDE9E2"/>
                </a:solidFill>
                <a:latin typeface="Aptos"/>
                <a:ea typeface="Aptos"/>
                <a:cs typeface="Aptos"/>
              </a:rPr>
              <a:t>Answer silently first. Then justify one response with a partner.</a:t>
            </a:r>
          </a:p>
        </p:txBody>
      </p:sp>
      <p:sp>
        <p:nvSpPr>
          <p:cNvPr id="7" name="retrieve-number-1">
            <a:extLst xmlns:a="http://schemas.openxmlformats.org/drawingml/2006/main">
              <a:ext uri="{FF2B5EF4-FFF2-40B4-BE49-F238E27FC236}">
                <a16:creationId xmlns:a16="http://schemas.microsoft.com/office/drawing/2014/main" id="{0364ACEF-62EA-4CFD-91D5-317ED77E7CEC}"/>
              </a:ext>
            </a:extLst>
          </p:cNvPr>
          <p:cNvSpPr>
            <a:spLocks xmlns:a="http://schemas.openxmlformats.org/drawingml/2006/main" noGrp="1"/>
          </p:cNvSpPr>
          <p:nvPr/>
        </p:nvSpPr>
        <p:spPr>
          <a:xfrm xmlns:a="http://schemas.openxmlformats.org/drawingml/2006/main">
            <a:off x="619125" y="2143125"/>
            <a:ext cx="3238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800" b="1">
                <a:solidFill>
                  <a:srgbClr val="F1E5CE"/>
                </a:solidFill>
                <a:latin typeface="Aptos"/>
                <a:ea typeface="Aptos"/>
                <a:cs typeface="Aptos"/>
              </a:defRPr>
            </a:pPr>
            <a:r>
              <a:rPr sz="1800" b="1">
                <a:solidFill>
                  <a:srgbClr val="F1E5CE"/>
                </a:solidFill>
                <a:latin typeface="Aptos"/>
                <a:ea typeface="Aptos"/>
                <a:cs typeface="Aptos"/>
              </a:rPr>
              <a:t>1</a:t>
            </a:r>
          </a:p>
        </p:txBody>
      </p:sp>
      <p:sp>
        <p:nvSpPr>
          <p:cNvPr id="8" name="retrieve-question-1">
            <a:extLst xmlns:a="http://schemas.openxmlformats.org/drawingml/2006/main">
              <a:ext uri="{FF2B5EF4-FFF2-40B4-BE49-F238E27FC236}">
                <a16:creationId xmlns:a16="http://schemas.microsoft.com/office/drawing/2014/main" id="{21D93A8E-41C5-417F-A93E-F21A7AC2D8A7}"/>
              </a:ext>
            </a:extLst>
          </p:cNvPr>
          <p:cNvSpPr>
            <a:spLocks xmlns:a="http://schemas.openxmlformats.org/drawingml/2006/main" noGrp="1"/>
          </p:cNvSpPr>
          <p:nvPr/>
        </p:nvSpPr>
        <p:spPr>
          <a:xfrm xmlns:a="http://schemas.openxmlformats.org/drawingml/2006/main">
            <a:off x="1143000" y="2047875"/>
            <a:ext cx="5857875"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0">
                <a:solidFill>
                  <a:srgbClr val="FFFFFF"/>
                </a:solidFill>
                <a:latin typeface="Aptos"/>
                <a:ea typeface="Aptos"/>
                <a:cs typeface="Aptos"/>
              </a:defRPr>
            </a:pPr>
            <a:r>
              <a:rPr sz="1650" b="0">
                <a:solidFill>
                  <a:srgbClr val="FFFFFF"/>
                </a:solidFill>
                <a:latin typeface="Aptos"/>
                <a:ea typeface="Aptos"/>
                <a:cs typeface="Aptos"/>
              </a:rPr>
              <a:t>A one-day fictional diary shows two rushed meals. Which conclusion matches the evidence?</a:t>
            </a:r>
          </a:p>
        </p:txBody>
      </p:sp>
      <p:sp>
        <p:nvSpPr>
          <p:cNvPr id="9" name="retrieve-divider-1">
            <a:extLst xmlns:a="http://schemas.openxmlformats.org/drawingml/2006/main">
              <a:ext uri="{FF2B5EF4-FFF2-40B4-BE49-F238E27FC236}">
                <a16:creationId xmlns:a16="http://schemas.microsoft.com/office/drawing/2014/main" id="{809A06EA-3BBC-4809-A7BA-F746351326A7}"/>
              </a:ext>
            </a:extLst>
          </p:cNvPr>
          <p:cNvSpPr>
            <a:spLocks xmlns:a="http://schemas.openxmlformats.org/drawingml/2006/main" noGrp="1"/>
          </p:cNvSpPr>
          <p:nvPr/>
        </p:nvSpPr>
        <p:spPr>
          <a:xfrm xmlns:a="http://schemas.openxmlformats.org/drawingml/2006/main">
            <a:off x="1143000" y="2981325"/>
            <a:ext cx="5857875" cy="0"/>
          </a:xfrm>
          <a:prstGeom xmlns:a="http://schemas.openxmlformats.org/drawingml/2006/main" prst="line">
            <a:avLst/>
          </a:prstGeom>
          <a:noFill xmlns:a="http://schemas.openxmlformats.org/drawingml/2006/main"/>
          <a:ln xmlns:a="http://schemas.openxmlformats.org/drawingml/2006/main" w="9525">
            <a:solidFill>
              <a:srgbClr val="5D7D6D"/>
            </a:solidFill>
            <a:prstDash val="solid"/>
          </a:ln>
        </p:spPr>
      </p:sp>
      <p:sp>
        <p:nvSpPr>
          <p:cNvPr id="10" name="retrieve-number-2">
            <a:extLst xmlns:a="http://schemas.openxmlformats.org/drawingml/2006/main">
              <a:ext uri="{FF2B5EF4-FFF2-40B4-BE49-F238E27FC236}">
                <a16:creationId xmlns:a16="http://schemas.microsoft.com/office/drawing/2014/main" id="{0F44A96F-B623-42E8-AAF6-864C3D2FE3FB}"/>
              </a:ext>
            </a:extLst>
          </p:cNvPr>
          <p:cNvSpPr>
            <a:spLocks xmlns:a="http://schemas.openxmlformats.org/drawingml/2006/main" noGrp="1"/>
          </p:cNvSpPr>
          <p:nvPr/>
        </p:nvSpPr>
        <p:spPr>
          <a:xfrm xmlns:a="http://schemas.openxmlformats.org/drawingml/2006/main">
            <a:off x="619125" y="3248025"/>
            <a:ext cx="3238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800" b="1">
                <a:solidFill>
                  <a:srgbClr val="F1E5CE"/>
                </a:solidFill>
                <a:latin typeface="Aptos"/>
                <a:ea typeface="Aptos"/>
                <a:cs typeface="Aptos"/>
              </a:defRPr>
            </a:pPr>
            <a:r>
              <a:rPr sz="1800" b="1">
                <a:solidFill>
                  <a:srgbClr val="F1E5CE"/>
                </a:solidFill>
                <a:latin typeface="Aptos"/>
                <a:ea typeface="Aptos"/>
                <a:cs typeface="Aptos"/>
              </a:rPr>
              <a:t>2</a:t>
            </a:r>
          </a:p>
        </p:txBody>
      </p:sp>
      <p:sp>
        <p:nvSpPr>
          <p:cNvPr id="11" name="retrieve-question-2">
            <a:extLst xmlns:a="http://schemas.openxmlformats.org/drawingml/2006/main">
              <a:ext uri="{FF2B5EF4-FFF2-40B4-BE49-F238E27FC236}">
                <a16:creationId xmlns:a16="http://schemas.microsoft.com/office/drawing/2014/main" id="{F97E00D0-3434-4F35-B707-A848F32419DC}"/>
              </a:ext>
            </a:extLst>
          </p:cNvPr>
          <p:cNvSpPr>
            <a:spLocks xmlns:a="http://schemas.openxmlformats.org/drawingml/2006/main" noGrp="1"/>
          </p:cNvSpPr>
          <p:nvPr/>
        </p:nvSpPr>
        <p:spPr>
          <a:xfrm xmlns:a="http://schemas.openxmlformats.org/drawingml/2006/main">
            <a:off x="1143000" y="3152775"/>
            <a:ext cx="5857875"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0">
                <a:solidFill>
                  <a:srgbClr val="FFFFFF"/>
                </a:solidFill>
                <a:latin typeface="Aptos"/>
                <a:ea typeface="Aptos"/>
                <a:cs typeface="Aptos"/>
              </a:defRPr>
            </a:pPr>
            <a:r>
              <a:rPr sz="1650" b="0">
                <a:solidFill>
                  <a:srgbClr val="FFFFFF"/>
                </a:solidFill>
                <a:latin typeface="Aptos"/>
                <a:ea typeface="Aptos"/>
                <a:cs typeface="Aptos"/>
              </a:rPr>
              <a:t>What turns a list of historical food facts into an explanation?</a:t>
            </a:r>
          </a:p>
        </p:txBody>
      </p:sp>
      <p:sp>
        <p:nvSpPr>
          <p:cNvPr id="12" name="retrieve-divider-2">
            <a:extLst xmlns:a="http://schemas.openxmlformats.org/drawingml/2006/main">
              <a:ext uri="{FF2B5EF4-FFF2-40B4-BE49-F238E27FC236}">
                <a16:creationId xmlns:a16="http://schemas.microsoft.com/office/drawing/2014/main" id="{BE6A389F-0637-47B8-8D03-A11CB0012C41}"/>
              </a:ext>
            </a:extLst>
          </p:cNvPr>
          <p:cNvSpPr>
            <a:spLocks xmlns:a="http://schemas.openxmlformats.org/drawingml/2006/main" noGrp="1"/>
          </p:cNvSpPr>
          <p:nvPr/>
        </p:nvSpPr>
        <p:spPr>
          <a:xfrm xmlns:a="http://schemas.openxmlformats.org/drawingml/2006/main">
            <a:off x="1143000" y="4086225"/>
            <a:ext cx="5857875" cy="0"/>
          </a:xfrm>
          <a:prstGeom xmlns:a="http://schemas.openxmlformats.org/drawingml/2006/main" prst="line">
            <a:avLst/>
          </a:prstGeom>
          <a:noFill xmlns:a="http://schemas.openxmlformats.org/drawingml/2006/main"/>
          <a:ln xmlns:a="http://schemas.openxmlformats.org/drawingml/2006/main" w="9525">
            <a:solidFill>
              <a:srgbClr val="5D7D6D"/>
            </a:solidFill>
            <a:prstDash val="solid"/>
          </a:ln>
        </p:spPr>
      </p:sp>
      <p:sp>
        <p:nvSpPr>
          <p:cNvPr id="13" name="retrieve-number-3">
            <a:extLst xmlns:a="http://schemas.openxmlformats.org/drawingml/2006/main">
              <a:ext uri="{FF2B5EF4-FFF2-40B4-BE49-F238E27FC236}">
                <a16:creationId xmlns:a16="http://schemas.microsoft.com/office/drawing/2014/main" id="{757CCDB8-2F73-4AE1-8A59-24FA61746AE5}"/>
              </a:ext>
            </a:extLst>
          </p:cNvPr>
          <p:cNvSpPr>
            <a:spLocks xmlns:a="http://schemas.openxmlformats.org/drawingml/2006/main" noGrp="1"/>
          </p:cNvSpPr>
          <p:nvPr/>
        </p:nvSpPr>
        <p:spPr>
          <a:xfrm xmlns:a="http://schemas.openxmlformats.org/drawingml/2006/main">
            <a:off x="619125" y="4352925"/>
            <a:ext cx="3238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800" b="1">
                <a:solidFill>
                  <a:srgbClr val="F1E5CE"/>
                </a:solidFill>
                <a:latin typeface="Aptos"/>
                <a:ea typeface="Aptos"/>
                <a:cs typeface="Aptos"/>
              </a:defRPr>
            </a:pPr>
            <a:r>
              <a:rPr sz="1800" b="1">
                <a:solidFill>
                  <a:srgbClr val="F1E5CE"/>
                </a:solidFill>
                <a:latin typeface="Aptos"/>
                <a:ea typeface="Aptos"/>
                <a:cs typeface="Aptos"/>
              </a:rPr>
              <a:t>3</a:t>
            </a:r>
          </a:p>
        </p:txBody>
      </p:sp>
      <p:sp>
        <p:nvSpPr>
          <p:cNvPr id="14" name="retrieve-question-3">
            <a:extLst xmlns:a="http://schemas.openxmlformats.org/drawingml/2006/main">
              <a:ext uri="{FF2B5EF4-FFF2-40B4-BE49-F238E27FC236}">
                <a16:creationId xmlns:a16="http://schemas.microsoft.com/office/drawing/2014/main" id="{44D66E5F-C3CC-4E3C-919F-295AFF013BF9}"/>
              </a:ext>
            </a:extLst>
          </p:cNvPr>
          <p:cNvSpPr>
            <a:spLocks xmlns:a="http://schemas.openxmlformats.org/drawingml/2006/main" noGrp="1"/>
          </p:cNvSpPr>
          <p:nvPr/>
        </p:nvSpPr>
        <p:spPr>
          <a:xfrm xmlns:a="http://schemas.openxmlformats.org/drawingml/2006/main">
            <a:off x="1143000" y="4257675"/>
            <a:ext cx="5857875"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0">
                <a:solidFill>
                  <a:srgbClr val="FFFFFF"/>
                </a:solidFill>
                <a:latin typeface="Aptos"/>
                <a:ea typeface="Aptos"/>
                <a:cs typeface="Aptos"/>
              </a:defRPr>
            </a:pPr>
            <a:r>
              <a:rPr sz="1650" b="0">
                <a:solidFill>
                  <a:srgbClr val="FFFFFF"/>
                </a:solidFill>
                <a:latin typeface="Aptos"/>
                <a:ea typeface="Aptos"/>
                <a:cs typeface="Aptos"/>
              </a:rPr>
              <a:t>Which evidence selection shows the strongest reflection?</a:t>
            </a:r>
          </a:p>
        </p:txBody>
      </p:sp>
      <p:sp>
        <p:nvSpPr>
          <p:cNvPr id="15" name="activity-panel">
            <a:extLst xmlns:a="http://schemas.openxmlformats.org/drawingml/2006/main">
              <a:ext uri="{FF2B5EF4-FFF2-40B4-BE49-F238E27FC236}">
                <a16:creationId xmlns:a16="http://schemas.microsoft.com/office/drawing/2014/main" id="{65CE6D8C-66DF-4700-8493-4BEA1EC75CD6}"/>
              </a:ext>
            </a:extLst>
          </p:cNvPr>
          <p:cNvSpPr>
            <a:spLocks xmlns:a="http://schemas.openxmlformats.org/drawingml/2006/main" noGrp="1"/>
          </p:cNvSpPr>
          <p:nvPr/>
        </p:nvSpPr>
        <p:spPr>
          <a:xfrm xmlns:a="http://schemas.openxmlformats.org/drawingml/2006/main">
            <a:off x="7524750" y="1866900"/>
            <a:ext cx="4095750" cy="3752850"/>
          </a:xfrm>
          <a:prstGeom xmlns:a="http://schemas.openxmlformats.org/drawingml/2006/main" prst="roundRect">
            <a:avLst>
              <a:gd name="adj" fmla="val 4061"/>
            </a:avLst>
          </a:prstGeom>
          <a:solidFill xmlns:a="http://schemas.openxmlformats.org/drawingml/2006/main">
            <a:srgbClr val="FFFDF8"/>
          </a:solidFill>
          <a:ln xmlns:a="http://schemas.openxmlformats.org/drawingml/2006/main" w="38100">
            <a:solidFill>
              <a:srgbClr val="93442F"/>
            </a:solidFill>
            <a:prstDash val="solid"/>
          </a:ln>
        </p:spPr>
      </p:sp>
      <p:sp>
        <p:nvSpPr>
          <p:cNvPr id="16" name="activity-label">
            <a:extLst xmlns:a="http://schemas.openxmlformats.org/drawingml/2006/main">
              <a:ext uri="{FF2B5EF4-FFF2-40B4-BE49-F238E27FC236}">
                <a16:creationId xmlns:a16="http://schemas.microsoft.com/office/drawing/2014/main" id="{C041F85D-EEF6-4AAE-A38C-4B9B2EACFEB3}"/>
              </a:ext>
            </a:extLst>
          </p:cNvPr>
          <p:cNvSpPr>
            <a:spLocks xmlns:a="http://schemas.openxmlformats.org/drawingml/2006/main" noGrp="1"/>
          </p:cNvSpPr>
          <p:nvPr/>
        </p:nvSpPr>
        <p:spPr>
          <a:xfrm xmlns:a="http://schemas.openxmlformats.org/drawingml/2006/main">
            <a:off x="7810500" y="215265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1">
                <a:solidFill>
                  <a:srgbClr val="93442F"/>
                </a:solidFill>
                <a:latin typeface="Aptos"/>
                <a:ea typeface="Aptos"/>
                <a:cs typeface="Aptos"/>
              </a:defRPr>
            </a:pPr>
            <a:r>
              <a:rPr sz="1275" b="1">
                <a:solidFill>
                  <a:srgbClr val="93442F"/>
                </a:solidFill>
                <a:latin typeface="Aptos"/>
                <a:ea typeface="Aptos"/>
                <a:cs typeface="Aptos"/>
              </a:rPr>
              <a:t>APPLIED LEARNING ACTIVITY</a:t>
            </a:r>
          </a:p>
        </p:txBody>
      </p:sp>
      <p:sp>
        <p:nvSpPr>
          <p:cNvPr id="17" name="activity-title">
            <a:extLst xmlns:a="http://schemas.openxmlformats.org/drawingml/2006/main">
              <a:ext uri="{FF2B5EF4-FFF2-40B4-BE49-F238E27FC236}">
                <a16:creationId xmlns:a16="http://schemas.microsoft.com/office/drawing/2014/main" id="{365B22C3-D8C1-4A47-A182-48292B46D02C}"/>
              </a:ext>
            </a:extLst>
          </p:cNvPr>
          <p:cNvSpPr>
            <a:spLocks xmlns:a="http://schemas.openxmlformats.org/drawingml/2006/main" noGrp="1"/>
          </p:cNvSpPr>
          <p:nvPr/>
        </p:nvSpPr>
        <p:spPr>
          <a:xfrm xmlns:a="http://schemas.openxmlformats.org/drawingml/2006/main">
            <a:off x="7810500" y="2562225"/>
            <a:ext cx="34290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325" b="1">
                <a:solidFill>
                  <a:srgbClr val="17231E"/>
                </a:solidFill>
                <a:latin typeface="Aptos Display"/>
                <a:ea typeface="Aptos Display"/>
                <a:cs typeface="Aptos Display"/>
              </a:defRPr>
            </a:pPr>
            <a:r>
              <a:rPr sz="2325" b="1">
                <a:solidFill>
                  <a:srgbClr val="17231E"/>
                </a:solidFill>
                <a:latin typeface="Aptos Display"/>
                <a:ea typeface="Aptos Display"/>
                <a:cs typeface="Aptos Display"/>
              </a:rPr>
              <a:t>Evidence triage and synthesis</a:t>
            </a:r>
          </a:p>
        </p:txBody>
      </p:sp>
      <p:sp>
        <p:nvSpPr>
          <p:cNvPr id="18" name="activity-purpose">
            <a:extLst xmlns:a="http://schemas.openxmlformats.org/drawingml/2006/main">
              <a:ext uri="{FF2B5EF4-FFF2-40B4-BE49-F238E27FC236}">
                <a16:creationId xmlns:a16="http://schemas.microsoft.com/office/drawing/2014/main" id="{3131A54B-EC28-42F4-BF2C-268958FC898F}"/>
              </a:ext>
            </a:extLst>
          </p:cNvPr>
          <p:cNvSpPr>
            <a:spLocks xmlns:a="http://schemas.openxmlformats.org/drawingml/2006/main" noGrp="1"/>
          </p:cNvSpPr>
          <p:nvPr/>
        </p:nvSpPr>
        <p:spPr>
          <a:xfrm xmlns:a="http://schemas.openxmlformats.org/drawingml/2006/main">
            <a:off x="7810500" y="3438525"/>
            <a:ext cx="342900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8811"/>
          </a:bodyPr>
          <a:lstStyle xmlns:a="http://schemas.openxmlformats.org/drawingml/2006/main"/>
          <a:p xmlns:a="http://schemas.openxmlformats.org/drawingml/2006/main">
            <a:pPr algn="l">
              <a:defRPr sz="1650" b="0">
                <a:solidFill>
                  <a:srgbClr val="53645B"/>
                </a:solidFill>
                <a:latin typeface="Aptos"/>
                <a:ea typeface="Aptos"/>
                <a:cs typeface="Aptos"/>
              </a:defRPr>
            </a:pPr>
            <a:r>
              <a:rPr sz="1650" b="0">
                <a:solidFill>
                  <a:srgbClr val="53645B"/>
                </a:solidFill>
                <a:latin typeface="Aptos"/>
                <a:ea typeface="Aptos"/>
                <a:cs typeface="Aptos"/>
              </a:rPr>
              <a:t>Practise selecting evidence for a purpose, qualifying diary conclusions and assembling claim–evidence–reasoning–qualification.</a:t>
            </a:r>
          </a:p>
        </p:txBody>
      </p:sp>
      <p:sp>
        <p:nvSpPr>
          <p:cNvPr id="19" name="activity-task">
            <a:extLst xmlns:a="http://schemas.openxmlformats.org/drawingml/2006/main">
              <a:ext uri="{FF2B5EF4-FFF2-40B4-BE49-F238E27FC236}">
                <a16:creationId xmlns:a16="http://schemas.microsoft.com/office/drawing/2014/main" id="{24533C2A-11A4-40D2-A9E0-E118688B485A}"/>
              </a:ext>
            </a:extLst>
          </p:cNvPr>
          <p:cNvSpPr>
            <a:spLocks xmlns:a="http://schemas.openxmlformats.org/drawingml/2006/main" noGrp="1"/>
          </p:cNvSpPr>
          <p:nvPr/>
        </p:nvSpPr>
        <p:spPr>
          <a:xfrm xmlns:a="http://schemas.openxmlformats.org/drawingml/2006/main">
            <a:off x="7810500" y="4724400"/>
            <a:ext cx="3429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a:solidFill>
                  <a:srgbClr val="154332"/>
                </a:solidFill>
                <a:latin typeface="Aptos"/>
                <a:ea typeface="Aptos"/>
                <a:cs typeface="Aptos"/>
              </a:defRPr>
            </a:pPr>
            <a:r>
              <a:rPr sz="1575" b="1">
                <a:solidFill>
                  <a:srgbClr val="154332"/>
                </a:solidFill>
                <a:latin typeface="Aptos"/>
                <a:ea typeface="Aptos"/>
                <a:cs typeface="Aptos"/>
              </a:rPr>
              <a:t>Try: What should happen to each possible evidence item?</a:t>
            </a:r>
          </a:p>
        </p:txBody>
      </p:sp>
      <p:sp>
        <p:nvSpPr>
          <p:cNvPr id="20" name="retrieve-boundary">
            <a:extLst xmlns:a="http://schemas.openxmlformats.org/drawingml/2006/main">
              <a:ext uri="{FF2B5EF4-FFF2-40B4-BE49-F238E27FC236}">
                <a16:creationId xmlns:a16="http://schemas.microsoft.com/office/drawing/2014/main" id="{33250706-15A8-4F1B-B7D4-922E5B5571C0}"/>
              </a:ext>
            </a:extLst>
          </p:cNvPr>
          <p:cNvSpPr>
            <a:spLocks xmlns:a="http://schemas.openxmlformats.org/drawingml/2006/main" noGrp="1"/>
          </p:cNvSpPr>
          <p:nvPr/>
        </p:nvSpPr>
        <p:spPr>
          <a:xfrm xmlns:a="http://schemas.openxmlformats.org/drawingml/2006/main">
            <a:off x="533400" y="5924550"/>
            <a:ext cx="110871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500" b="1">
                <a:solidFill>
                  <a:srgbClr val="F1E5CE"/>
                </a:solidFill>
                <a:latin typeface="Aptos"/>
                <a:ea typeface="Aptos"/>
                <a:cs typeface="Aptos"/>
              </a:defRPr>
            </a:pPr>
            <a:r>
              <a:rPr sz="1500" b="1">
                <a:solidFill>
                  <a:srgbClr val="F1E5CE"/>
                </a:solidFill>
                <a:latin typeface="Aptos"/>
                <a:ea typeface="Aptos"/>
                <a:cs typeface="Aptos"/>
              </a:rPr>
              <a:t>Rehearsal first. Save evidence only when the teacher directs.</a:t>
            </a:r>
          </a:p>
        </p:txBody>
      </p:sp>
    </p:spTree>
    <p:extLst>
      <p:ext uri="{BB962C8B-B14F-4D97-AF65-F5344CB8AC3E}">
        <p14:creationId xmlns:p14="http://schemas.microsoft.com/office/powerpoint/2010/main" val="637973377"/>
      </p:ext>
    </p:extLst>
  </p:cSld>
</p:sld>
</file>

<file path=ppt/slides/slide7.xml><?xml version="1.0" encoding="utf-8"?>
<p:sld xmlns:p="http://schemas.openxmlformats.org/presentationml/2006/main">
  <p:cSld>
    <p:bg>
      <p:bgPr>
        <a:solidFill xmlns:a="http://schemas.openxmlformats.org/drawingml/2006/main">
          <a:srgbClr val="FFFDF8"/>
        </a:solidFill>
      </p:bgPr>
    </p:bg>
    <p:spTree>
      <p:nvGrpSpPr>
        <p:cNvPr id="1" name=""/>
        <p:cNvGrpSpPr/>
        <p:nvPr/>
      </p:nvGrpSpPr>
      <p:grpSpPr>
        <a:xfrm xmlns:a="http://schemas.openxmlformats.org/drawingml/2006/main"/>
      </p:grpSpPr>
      <p:sp>
        <p:nvSpPr>
          <p:cNvPr id="25" name="top-accent-7">
            <a:extLst xmlns:a="http://schemas.openxmlformats.org/drawingml/2006/main">
              <a:ext uri="{FF2B5EF4-FFF2-40B4-BE49-F238E27FC236}">
                <a16:creationId xmlns:a16="http://schemas.microsoft.com/office/drawing/2014/main" id="{05EC2C03-D4C6-45E5-A1AA-9C4D8334A235}"/>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93442F"/>
          </a:solidFill>
          <a:ln xmlns:a="http://schemas.openxmlformats.org/drawingml/2006/main" w="0">
            <a:noFill/>
            <a:prstDash val="solid"/>
          </a:ln>
        </p:spPr>
      </p:sp>
      <p:sp>
        <p:nvSpPr>
          <p:cNvPr id="2" name="footer-module-7">
            <a:extLst xmlns:a="http://schemas.openxmlformats.org/drawingml/2006/main">
              <a:ext uri="{FF2B5EF4-FFF2-40B4-BE49-F238E27FC236}">
                <a16:creationId xmlns:a16="http://schemas.microsoft.com/office/drawing/2014/main" id="{4DDC7350-60C3-43EB-BC69-D8803DA0605B}"/>
              </a:ext>
            </a:extLst>
          </p:cNvPr>
          <p:cNvSpPr>
            <a:spLocks xmlns:a="http://schemas.openxmlformats.org/drawingml/2006/main" noGrp="1"/>
          </p:cNvSpPr>
          <p:nvPr/>
        </p:nvSpPr>
        <p:spPr>
          <a:xfrm xmlns:a="http://schemas.openxmlformats.org/drawingml/2006/main">
            <a:off x="533400" y="6505575"/>
            <a:ext cx="638175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53645B"/>
                </a:solidFill>
                <a:latin typeface="Aptos"/>
                <a:ea typeface="Aptos"/>
                <a:cs typeface="Aptos"/>
              </a:defRPr>
            </a:pPr>
            <a:r>
              <a:rPr sz="1050" b="1">
                <a:solidFill>
                  <a:srgbClr val="53645B"/>
                </a:solidFill>
                <a:latin typeface="Aptos"/>
                <a:ea typeface="Aptos"/>
                <a:cs typeface="Aptos"/>
              </a:rPr>
              <a:t>YEAR 9 FOOD IN AUSTRALIA  •  MODULE 10</a:t>
            </a:r>
          </a:p>
        </p:txBody>
      </p:sp>
      <p:sp>
        <p:nvSpPr>
          <p:cNvPr id="3" name="footer-page-7">
            <a:extLst xmlns:a="http://schemas.openxmlformats.org/drawingml/2006/main">
              <a:ext uri="{FF2B5EF4-FFF2-40B4-BE49-F238E27FC236}">
                <a16:creationId xmlns:a16="http://schemas.microsoft.com/office/drawing/2014/main" id="{0C68E283-E44D-4B3F-A9B7-4BD5AA4E507E}"/>
              </a:ext>
            </a:extLst>
          </p:cNvPr>
          <p:cNvSpPr>
            <a:spLocks xmlns:a="http://schemas.openxmlformats.org/drawingml/2006/main" noGrp="1"/>
          </p:cNvSpPr>
          <p:nvPr/>
        </p:nvSpPr>
        <p:spPr>
          <a:xfrm xmlns:a="http://schemas.openxmlformats.org/drawingml/2006/main">
            <a:off x="11144250" y="6486525"/>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1">
                <a:solidFill>
                  <a:srgbClr val="53645B"/>
                </a:solidFill>
                <a:latin typeface="Aptos"/>
                <a:ea typeface="Aptos"/>
                <a:cs typeface="Aptos"/>
              </a:defRPr>
            </a:pPr>
            <a:r>
              <a:rPr sz="1050" b="1">
                <a:solidFill>
                  <a:srgbClr val="53645B"/>
                </a:solidFill>
                <a:latin typeface="Aptos"/>
                <a:ea typeface="Aptos"/>
                <a:cs typeface="Aptos"/>
              </a:rPr>
              <a:t>07</a:t>
            </a:r>
          </a:p>
        </p:txBody>
      </p:sp>
      <p:sp>
        <p:nvSpPr>
          <p:cNvPr id="4" name="section-label-7">
            <a:extLst xmlns:a="http://schemas.openxmlformats.org/drawingml/2006/main">
              <a:ext uri="{FF2B5EF4-FFF2-40B4-BE49-F238E27FC236}">
                <a16:creationId xmlns:a16="http://schemas.microsoft.com/office/drawing/2014/main" id="{C5D1D088-4E4E-4CB7-8FB5-F6DC036FC1B0}"/>
              </a:ext>
            </a:extLst>
          </p:cNvPr>
          <p:cNvSpPr>
            <a:spLocks xmlns:a="http://schemas.openxmlformats.org/drawingml/2006/main" noGrp="1"/>
          </p:cNvSpPr>
          <p:nvPr/>
        </p:nvSpPr>
        <p:spPr>
          <a:xfrm xmlns:a="http://schemas.openxmlformats.org/drawingml/2006/main">
            <a:off x="533400" y="304800"/>
            <a:ext cx="628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1">
                <a:solidFill>
                  <a:srgbClr val="93442F"/>
                </a:solidFill>
                <a:latin typeface="Aptos"/>
                <a:ea typeface="Aptos"/>
                <a:cs typeface="Aptos"/>
              </a:defRPr>
            </a:pPr>
            <a:r>
              <a:rPr sz="1275" b="1">
                <a:solidFill>
                  <a:srgbClr val="93442F"/>
                </a:solidFill>
                <a:latin typeface="Aptos"/>
                <a:ea typeface="Aptos"/>
                <a:cs typeface="Aptos"/>
              </a:rPr>
              <a:t>SYNTHESIS AND ASSESSMENT READINESS · GUIDED RESPONSE</a:t>
            </a:r>
          </a:p>
        </p:txBody>
      </p:sp>
      <p:sp>
        <p:nvSpPr>
          <p:cNvPr id="5" name="slide-title-7">
            <a:extLst xmlns:a="http://schemas.openxmlformats.org/drawingml/2006/main">
              <a:ext uri="{FF2B5EF4-FFF2-40B4-BE49-F238E27FC236}">
                <a16:creationId xmlns:a16="http://schemas.microsoft.com/office/drawing/2014/main" id="{D47DEA49-A535-40D5-BED3-CADA18BE4995}"/>
              </a:ext>
            </a:extLst>
          </p:cNvPr>
          <p:cNvSpPr>
            <a:spLocks xmlns:a="http://schemas.openxmlformats.org/drawingml/2006/main" noGrp="1"/>
          </p:cNvSpPr>
          <p:nvPr/>
        </p:nvSpPr>
        <p:spPr>
          <a:xfrm xmlns:a="http://schemas.openxmlformats.org/drawingml/2006/main">
            <a:off x="533400" y="638175"/>
            <a:ext cx="110871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17231E"/>
                </a:solidFill>
                <a:latin typeface="Aptos Display"/>
                <a:ea typeface="Aptos Display"/>
                <a:cs typeface="Aptos Display"/>
              </a:defRPr>
            </a:pPr>
            <a:r>
              <a:rPr sz="3600" b="1">
                <a:solidFill>
                  <a:srgbClr val="17231E"/>
                </a:solidFill>
                <a:latin typeface="Aptos Display"/>
                <a:ea typeface="Aptos Display"/>
                <a:cs typeface="Aptos Display"/>
              </a:rPr>
              <a:t>Build evidence someone else can follow</a:t>
            </a:r>
          </a:p>
        </p:txBody>
      </p:sp>
      <p:sp>
        <p:nvSpPr>
          <p:cNvPr id="6" name="evidence-question-panel">
            <a:extLst xmlns:a="http://schemas.openxmlformats.org/drawingml/2006/main">
              <a:ext uri="{FF2B5EF4-FFF2-40B4-BE49-F238E27FC236}">
                <a16:creationId xmlns:a16="http://schemas.microsoft.com/office/drawing/2014/main" id="{82058E50-8135-46C1-A0B5-4D528273EA3E}"/>
              </a:ext>
            </a:extLst>
          </p:cNvPr>
          <p:cNvSpPr>
            <a:spLocks xmlns:a="http://schemas.openxmlformats.org/drawingml/2006/main" noGrp="1"/>
          </p:cNvSpPr>
          <p:nvPr/>
        </p:nvSpPr>
        <p:spPr>
          <a:xfrm xmlns:a="http://schemas.openxmlformats.org/drawingml/2006/main">
            <a:off x="533400" y="1466850"/>
            <a:ext cx="11087100" cy="1295400"/>
          </a:xfrm>
          <a:prstGeom xmlns:a="http://schemas.openxmlformats.org/drawingml/2006/main" prst="roundRect">
            <a:avLst>
              <a:gd name="adj" fmla="val 10294"/>
            </a:avLst>
          </a:prstGeom>
          <a:solidFill xmlns:a="http://schemas.openxmlformats.org/drawingml/2006/main">
            <a:srgbClr val="F1E5CE"/>
          </a:solidFill>
          <a:ln xmlns:a="http://schemas.openxmlformats.org/drawingml/2006/main" w="9525">
            <a:solidFill>
              <a:srgbClr val="CDD5CF"/>
            </a:solidFill>
            <a:prstDash val="solid"/>
          </a:ln>
        </p:spPr>
      </p:sp>
      <p:sp>
        <p:nvSpPr>
          <p:cNvPr id="7" name="evidence-question-label">
            <a:extLst xmlns:a="http://schemas.openxmlformats.org/drawingml/2006/main">
              <a:ext uri="{FF2B5EF4-FFF2-40B4-BE49-F238E27FC236}">
                <a16:creationId xmlns:a16="http://schemas.microsoft.com/office/drawing/2014/main" id="{E40823D9-EA90-40F9-A673-DAA1640D3A69}"/>
              </a:ext>
            </a:extLst>
          </p:cNvPr>
          <p:cNvSpPr>
            <a:spLocks xmlns:a="http://schemas.openxmlformats.org/drawingml/2006/main" noGrp="1"/>
          </p:cNvSpPr>
          <p:nvPr/>
        </p:nvSpPr>
        <p:spPr>
          <a:xfrm xmlns:a="http://schemas.openxmlformats.org/drawingml/2006/main">
            <a:off x="781050" y="1685925"/>
            <a:ext cx="2000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1">
                <a:solidFill>
                  <a:srgbClr val="93442F"/>
                </a:solidFill>
                <a:latin typeface="Aptos"/>
                <a:ea typeface="Aptos"/>
                <a:cs typeface="Aptos"/>
              </a:defRPr>
            </a:pPr>
            <a:r>
              <a:rPr sz="1275" b="1">
                <a:solidFill>
                  <a:srgbClr val="93442F"/>
                </a:solidFill>
                <a:latin typeface="Aptos"/>
                <a:ea typeface="Aptos"/>
                <a:cs typeface="Aptos"/>
              </a:rPr>
              <a:t>THE QUESTION</a:t>
            </a:r>
          </a:p>
        </p:txBody>
      </p:sp>
      <p:sp>
        <p:nvSpPr>
          <p:cNvPr id="8" name="evidence-question">
            <a:extLst xmlns:a="http://schemas.openxmlformats.org/drawingml/2006/main">
              <a:ext uri="{FF2B5EF4-FFF2-40B4-BE49-F238E27FC236}">
                <a16:creationId xmlns:a16="http://schemas.microsoft.com/office/drawing/2014/main" id="{3B8EE9C2-F820-4522-B880-0ACB43CEA770}"/>
              </a:ext>
            </a:extLst>
          </p:cNvPr>
          <p:cNvSpPr>
            <a:spLocks xmlns:a="http://schemas.openxmlformats.org/drawingml/2006/main" noGrp="1"/>
          </p:cNvSpPr>
          <p:nvPr/>
        </p:nvSpPr>
        <p:spPr>
          <a:xfrm xmlns:a="http://schemas.openxmlformats.org/drawingml/2006/main">
            <a:off x="781050" y="1952625"/>
            <a:ext cx="10572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a:solidFill>
                  <a:srgbClr val="17231E"/>
                </a:solidFill>
                <a:latin typeface="Aptos"/>
                <a:ea typeface="Aptos"/>
                <a:cs typeface="Aptos"/>
              </a:defRPr>
            </a:pPr>
            <a:r>
              <a:rPr sz="1575" b="1">
                <a:solidFill>
                  <a:srgbClr val="17231E"/>
                </a:solidFill>
                <a:latin typeface="Aptos"/>
                <a:ea typeface="Aptos"/>
                <a:cs typeface="Aptos"/>
              </a:rPr>
              <a:t>Make one clear claim about your learning, support it with two carefully selected examples, explain how your thinking changed and identify one specific next step. State how any saved or exported copy will be used only as your teacher directs.</a:t>
            </a:r>
          </a:p>
        </p:txBody>
      </p:sp>
      <p:sp>
        <p:nvSpPr>
          <p:cNvPr id="9" name="evidence-connector-1">
            <a:extLst xmlns:a="http://schemas.openxmlformats.org/drawingml/2006/main">
              <a:ext uri="{FF2B5EF4-FFF2-40B4-BE49-F238E27FC236}">
                <a16:creationId xmlns:a16="http://schemas.microsoft.com/office/drawing/2014/main" id="{BF03948F-135D-48D7-89C7-28836B62C032}"/>
              </a:ext>
            </a:extLst>
          </p:cNvPr>
          <p:cNvSpPr>
            <a:spLocks xmlns:a="http://schemas.openxmlformats.org/drawingml/2006/main" noGrp="1"/>
          </p:cNvSpPr>
          <p:nvPr/>
        </p:nvSpPr>
        <p:spPr>
          <a:xfrm xmlns:a="http://schemas.openxmlformats.org/drawingml/2006/main">
            <a:off x="3009900" y="3714750"/>
            <a:ext cx="323850" cy="0"/>
          </a:xfrm>
          <a:prstGeom xmlns:a="http://schemas.openxmlformats.org/drawingml/2006/main" prst="line">
            <a:avLst/>
          </a:prstGeom>
          <a:noFill xmlns:a="http://schemas.openxmlformats.org/drawingml/2006/main"/>
          <a:ln xmlns:a="http://schemas.openxmlformats.org/drawingml/2006/main" w="38100">
            <a:solidFill>
              <a:srgbClr val="93442F"/>
            </a:solidFill>
            <a:prstDash val="solid"/>
          </a:ln>
        </p:spPr>
      </p:sp>
      <p:sp>
        <p:nvSpPr>
          <p:cNvPr id="10" name="evidence-connector-2">
            <a:extLst xmlns:a="http://schemas.openxmlformats.org/drawingml/2006/main">
              <a:ext uri="{FF2B5EF4-FFF2-40B4-BE49-F238E27FC236}">
                <a16:creationId xmlns:a16="http://schemas.microsoft.com/office/drawing/2014/main" id="{AB5A12F8-0A2E-4CE4-AB4B-94FDDB8C696D}"/>
              </a:ext>
            </a:extLst>
          </p:cNvPr>
          <p:cNvSpPr>
            <a:spLocks xmlns:a="http://schemas.openxmlformats.org/drawingml/2006/main" noGrp="1"/>
          </p:cNvSpPr>
          <p:nvPr/>
        </p:nvSpPr>
        <p:spPr>
          <a:xfrm xmlns:a="http://schemas.openxmlformats.org/drawingml/2006/main">
            <a:off x="5810250" y="3714750"/>
            <a:ext cx="323850" cy="0"/>
          </a:xfrm>
          <a:prstGeom xmlns:a="http://schemas.openxmlformats.org/drawingml/2006/main" prst="line">
            <a:avLst/>
          </a:prstGeom>
          <a:noFill xmlns:a="http://schemas.openxmlformats.org/drawingml/2006/main"/>
          <a:ln xmlns:a="http://schemas.openxmlformats.org/drawingml/2006/main" w="38100">
            <a:solidFill>
              <a:srgbClr val="93442F"/>
            </a:solidFill>
            <a:prstDash val="solid"/>
          </a:ln>
        </p:spPr>
      </p:sp>
      <p:sp>
        <p:nvSpPr>
          <p:cNvPr id="11" name="evidence-connector-3">
            <a:extLst xmlns:a="http://schemas.openxmlformats.org/drawingml/2006/main">
              <a:ext uri="{FF2B5EF4-FFF2-40B4-BE49-F238E27FC236}">
                <a16:creationId xmlns:a16="http://schemas.microsoft.com/office/drawing/2014/main" id="{4CFE0677-D12F-499D-B6C5-EB98B6249AB8}"/>
              </a:ext>
            </a:extLst>
          </p:cNvPr>
          <p:cNvSpPr>
            <a:spLocks xmlns:a="http://schemas.openxmlformats.org/drawingml/2006/main" noGrp="1"/>
          </p:cNvSpPr>
          <p:nvPr/>
        </p:nvSpPr>
        <p:spPr>
          <a:xfrm xmlns:a="http://schemas.openxmlformats.org/drawingml/2006/main">
            <a:off x="8610600" y="3714750"/>
            <a:ext cx="323850" cy="0"/>
          </a:xfrm>
          <a:prstGeom xmlns:a="http://schemas.openxmlformats.org/drawingml/2006/main" prst="line">
            <a:avLst/>
          </a:prstGeom>
          <a:noFill xmlns:a="http://schemas.openxmlformats.org/drawingml/2006/main"/>
          <a:ln xmlns:a="http://schemas.openxmlformats.org/drawingml/2006/main" w="38100">
            <a:solidFill>
              <a:srgbClr val="93442F"/>
            </a:solidFill>
            <a:prstDash val="solid"/>
          </a:ln>
        </p:spPr>
      </p:sp>
      <p:sp>
        <p:nvSpPr>
          <p:cNvPr id="12" name="evidence-step-label-1">
            <a:extLst xmlns:a="http://schemas.openxmlformats.org/drawingml/2006/main">
              <a:ext uri="{FF2B5EF4-FFF2-40B4-BE49-F238E27FC236}">
                <a16:creationId xmlns:a16="http://schemas.microsoft.com/office/drawing/2014/main" id="{400BDA16-39E1-442B-8180-D31414B49AA0}"/>
              </a:ext>
            </a:extLst>
          </p:cNvPr>
          <p:cNvSpPr>
            <a:spLocks xmlns:a="http://schemas.openxmlformats.org/drawingml/2006/main" noGrp="1"/>
          </p:cNvSpPr>
          <p:nvPr/>
        </p:nvSpPr>
        <p:spPr>
          <a:xfrm xmlns:a="http://schemas.openxmlformats.org/drawingml/2006/main">
            <a:off x="533400" y="3143250"/>
            <a:ext cx="2476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1">
                <a:solidFill>
                  <a:srgbClr val="205D46"/>
                </a:solidFill>
                <a:latin typeface="Aptos"/>
                <a:ea typeface="Aptos"/>
                <a:cs typeface="Aptos"/>
              </a:defRPr>
            </a:pPr>
            <a:r>
              <a:rPr sz="1650" b="1">
                <a:solidFill>
                  <a:srgbClr val="205D46"/>
                </a:solidFill>
                <a:latin typeface="Aptos"/>
                <a:ea typeface="Aptos"/>
                <a:cs typeface="Aptos"/>
              </a:rPr>
              <a:t>1  READ</a:t>
            </a:r>
          </a:p>
        </p:txBody>
      </p:sp>
      <p:sp>
        <p:nvSpPr>
          <p:cNvPr id="13" name="evidence-step-panel-1">
            <a:extLst xmlns:a="http://schemas.openxmlformats.org/drawingml/2006/main">
              <a:ext uri="{FF2B5EF4-FFF2-40B4-BE49-F238E27FC236}">
                <a16:creationId xmlns:a16="http://schemas.microsoft.com/office/drawing/2014/main" id="{5B30458E-C10A-41B0-97A5-45CBEEF0A962}"/>
              </a:ext>
            </a:extLst>
          </p:cNvPr>
          <p:cNvSpPr>
            <a:spLocks xmlns:a="http://schemas.openxmlformats.org/drawingml/2006/main" noGrp="1"/>
          </p:cNvSpPr>
          <p:nvPr/>
        </p:nvSpPr>
        <p:spPr>
          <a:xfrm xmlns:a="http://schemas.openxmlformats.org/drawingml/2006/main">
            <a:off x="533400" y="3619500"/>
            <a:ext cx="2476500" cy="1600200"/>
          </a:xfrm>
          <a:prstGeom xmlns:a="http://schemas.openxmlformats.org/drawingml/2006/main" prst="roundRect">
            <a:avLst>
              <a:gd name="adj" fmla="val 7143"/>
            </a:avLst>
          </a:prstGeom>
          <a:solidFill xmlns:a="http://schemas.openxmlformats.org/drawingml/2006/main">
            <a:srgbClr val="EEF3EF"/>
          </a:solidFill>
          <a:ln xmlns:a="http://schemas.openxmlformats.org/drawingml/2006/main" w="9525">
            <a:solidFill>
              <a:srgbClr val="CDD5CF"/>
            </a:solidFill>
            <a:prstDash val="solid"/>
          </a:ln>
        </p:spPr>
      </p:sp>
      <p:sp>
        <p:nvSpPr>
          <p:cNvPr id="14" name="evidence-step-text-1">
            <a:extLst xmlns:a="http://schemas.openxmlformats.org/drawingml/2006/main">
              <a:ext uri="{FF2B5EF4-FFF2-40B4-BE49-F238E27FC236}">
                <a16:creationId xmlns:a16="http://schemas.microsoft.com/office/drawing/2014/main" id="{B3CBDEE1-B576-4A21-BBF9-8648B785584F}"/>
              </a:ext>
            </a:extLst>
          </p:cNvPr>
          <p:cNvSpPr>
            <a:spLocks xmlns:a="http://schemas.openxmlformats.org/drawingml/2006/main" noGrp="1"/>
          </p:cNvSpPr>
          <p:nvPr/>
        </p:nvSpPr>
        <p:spPr>
          <a:xfrm xmlns:a="http://schemas.openxmlformats.org/drawingml/2006/main">
            <a:off x="723900" y="3857625"/>
            <a:ext cx="20955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0">
                <a:solidFill>
                  <a:srgbClr val="17231E"/>
                </a:solidFill>
                <a:latin typeface="Aptos"/>
                <a:ea typeface="Aptos"/>
                <a:cs typeface="Aptos"/>
              </a:defRPr>
            </a:pPr>
            <a:r>
              <a:rPr sz="1575" b="0">
                <a:solidFill>
                  <a:srgbClr val="17231E"/>
                </a:solidFill>
                <a:latin typeface="Aptos"/>
                <a:ea typeface="Aptos"/>
                <a:cs typeface="Aptos"/>
              </a:rPr>
              <a:t>Underline the exact decision or explanation the prompt requires.</a:t>
            </a:r>
          </a:p>
        </p:txBody>
      </p:sp>
      <p:sp>
        <p:nvSpPr>
          <p:cNvPr id="15" name="evidence-step-label-2">
            <a:extLst xmlns:a="http://schemas.openxmlformats.org/drawingml/2006/main">
              <a:ext uri="{FF2B5EF4-FFF2-40B4-BE49-F238E27FC236}">
                <a16:creationId xmlns:a16="http://schemas.microsoft.com/office/drawing/2014/main" id="{24964F47-16BD-468A-9642-682EF7A81BD8}"/>
              </a:ext>
            </a:extLst>
          </p:cNvPr>
          <p:cNvSpPr>
            <a:spLocks xmlns:a="http://schemas.openxmlformats.org/drawingml/2006/main" noGrp="1"/>
          </p:cNvSpPr>
          <p:nvPr/>
        </p:nvSpPr>
        <p:spPr>
          <a:xfrm xmlns:a="http://schemas.openxmlformats.org/drawingml/2006/main">
            <a:off x="3333750" y="3143250"/>
            <a:ext cx="2476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1">
                <a:solidFill>
                  <a:srgbClr val="205D46"/>
                </a:solidFill>
                <a:latin typeface="Aptos"/>
                <a:ea typeface="Aptos"/>
                <a:cs typeface="Aptos"/>
              </a:defRPr>
            </a:pPr>
            <a:r>
              <a:rPr sz="1650" b="1">
                <a:solidFill>
                  <a:srgbClr val="205D46"/>
                </a:solidFill>
                <a:latin typeface="Aptos"/>
                <a:ea typeface="Aptos"/>
                <a:cs typeface="Aptos"/>
              </a:rPr>
              <a:t>2  SELECT</a:t>
            </a:r>
          </a:p>
        </p:txBody>
      </p:sp>
      <p:sp>
        <p:nvSpPr>
          <p:cNvPr id="16" name="evidence-step-panel-2">
            <a:extLst xmlns:a="http://schemas.openxmlformats.org/drawingml/2006/main">
              <a:ext uri="{FF2B5EF4-FFF2-40B4-BE49-F238E27FC236}">
                <a16:creationId xmlns:a16="http://schemas.microsoft.com/office/drawing/2014/main" id="{F759E9AD-38BF-48EC-9933-F8AFB163D531}"/>
              </a:ext>
            </a:extLst>
          </p:cNvPr>
          <p:cNvSpPr>
            <a:spLocks xmlns:a="http://schemas.openxmlformats.org/drawingml/2006/main" noGrp="1"/>
          </p:cNvSpPr>
          <p:nvPr/>
        </p:nvSpPr>
        <p:spPr>
          <a:xfrm xmlns:a="http://schemas.openxmlformats.org/drawingml/2006/main">
            <a:off x="3333750" y="3619500"/>
            <a:ext cx="2476500" cy="1600200"/>
          </a:xfrm>
          <a:prstGeom xmlns:a="http://schemas.openxmlformats.org/drawingml/2006/main" prst="roundRect">
            <a:avLst>
              <a:gd name="adj" fmla="val 7143"/>
            </a:avLst>
          </a:prstGeom>
          <a:solidFill xmlns:a="http://schemas.openxmlformats.org/drawingml/2006/main">
            <a:srgbClr val="EEF3EF"/>
          </a:solidFill>
          <a:ln xmlns:a="http://schemas.openxmlformats.org/drawingml/2006/main" w="9525">
            <a:solidFill>
              <a:srgbClr val="CDD5CF"/>
            </a:solidFill>
            <a:prstDash val="solid"/>
          </a:ln>
        </p:spPr>
      </p:sp>
      <p:sp>
        <p:nvSpPr>
          <p:cNvPr id="17" name="evidence-step-text-2">
            <a:extLst xmlns:a="http://schemas.openxmlformats.org/drawingml/2006/main">
              <a:ext uri="{FF2B5EF4-FFF2-40B4-BE49-F238E27FC236}">
                <a16:creationId xmlns:a16="http://schemas.microsoft.com/office/drawing/2014/main" id="{73A504CD-D5EC-4D59-AEAA-1897587CE7F4}"/>
              </a:ext>
            </a:extLst>
          </p:cNvPr>
          <p:cNvSpPr>
            <a:spLocks xmlns:a="http://schemas.openxmlformats.org/drawingml/2006/main" noGrp="1"/>
          </p:cNvSpPr>
          <p:nvPr/>
        </p:nvSpPr>
        <p:spPr>
          <a:xfrm xmlns:a="http://schemas.openxmlformats.org/drawingml/2006/main">
            <a:off x="3524250" y="3857625"/>
            <a:ext cx="20955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0">
                <a:solidFill>
                  <a:srgbClr val="17231E"/>
                </a:solidFill>
                <a:latin typeface="Aptos"/>
                <a:ea typeface="Aptos"/>
                <a:cs typeface="Aptos"/>
              </a:defRPr>
            </a:pPr>
            <a:r>
              <a:rPr sz="1575" b="0">
                <a:solidFill>
                  <a:srgbClr val="17231E"/>
                </a:solidFill>
                <a:latin typeface="Aptos"/>
                <a:ea typeface="Aptos"/>
                <a:cs typeface="Aptos"/>
              </a:rPr>
              <a:t>Choose evidence that selects rather than accumulates evidence.</a:t>
            </a:r>
          </a:p>
        </p:txBody>
      </p:sp>
      <p:sp>
        <p:nvSpPr>
          <p:cNvPr id="18" name="evidence-step-label-3">
            <a:extLst xmlns:a="http://schemas.openxmlformats.org/drawingml/2006/main">
              <a:ext uri="{FF2B5EF4-FFF2-40B4-BE49-F238E27FC236}">
                <a16:creationId xmlns:a16="http://schemas.microsoft.com/office/drawing/2014/main" id="{84DF7180-346F-45DF-BBDB-AEAE53D7CA4C}"/>
              </a:ext>
            </a:extLst>
          </p:cNvPr>
          <p:cNvSpPr>
            <a:spLocks xmlns:a="http://schemas.openxmlformats.org/drawingml/2006/main" noGrp="1"/>
          </p:cNvSpPr>
          <p:nvPr/>
        </p:nvSpPr>
        <p:spPr>
          <a:xfrm xmlns:a="http://schemas.openxmlformats.org/drawingml/2006/main">
            <a:off x="6134100" y="3143250"/>
            <a:ext cx="2476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1">
                <a:solidFill>
                  <a:srgbClr val="93442F"/>
                </a:solidFill>
                <a:latin typeface="Aptos"/>
                <a:ea typeface="Aptos"/>
                <a:cs typeface="Aptos"/>
              </a:defRPr>
            </a:pPr>
            <a:r>
              <a:rPr sz="1650" b="1">
                <a:solidFill>
                  <a:srgbClr val="93442F"/>
                </a:solidFill>
                <a:latin typeface="Aptos"/>
                <a:ea typeface="Aptos"/>
                <a:cs typeface="Aptos"/>
              </a:rPr>
              <a:t>3  EXPLAIN</a:t>
            </a:r>
          </a:p>
        </p:txBody>
      </p:sp>
      <p:sp>
        <p:nvSpPr>
          <p:cNvPr id="19" name="evidence-step-panel-3">
            <a:extLst xmlns:a="http://schemas.openxmlformats.org/drawingml/2006/main">
              <a:ext uri="{FF2B5EF4-FFF2-40B4-BE49-F238E27FC236}">
                <a16:creationId xmlns:a16="http://schemas.microsoft.com/office/drawing/2014/main" id="{96C1119A-8BD6-42BF-9BC3-0717C3DD2F17}"/>
              </a:ext>
            </a:extLst>
          </p:cNvPr>
          <p:cNvSpPr>
            <a:spLocks xmlns:a="http://schemas.openxmlformats.org/drawingml/2006/main" noGrp="1"/>
          </p:cNvSpPr>
          <p:nvPr/>
        </p:nvSpPr>
        <p:spPr>
          <a:xfrm xmlns:a="http://schemas.openxmlformats.org/drawingml/2006/main">
            <a:off x="6134100" y="3619500"/>
            <a:ext cx="2476500" cy="1600200"/>
          </a:xfrm>
          <a:prstGeom xmlns:a="http://schemas.openxmlformats.org/drawingml/2006/main" prst="roundRect">
            <a:avLst>
              <a:gd name="adj" fmla="val 7143"/>
            </a:avLst>
          </a:prstGeom>
          <a:solidFill xmlns:a="http://schemas.openxmlformats.org/drawingml/2006/main">
            <a:srgbClr val="F8EEE3"/>
          </a:solidFill>
          <a:ln xmlns:a="http://schemas.openxmlformats.org/drawingml/2006/main" w="9525">
            <a:solidFill>
              <a:srgbClr val="CDD5CF"/>
            </a:solidFill>
            <a:prstDash val="solid"/>
          </a:ln>
        </p:spPr>
      </p:sp>
      <p:sp>
        <p:nvSpPr>
          <p:cNvPr id="20" name="evidence-step-text-3">
            <a:extLst xmlns:a="http://schemas.openxmlformats.org/drawingml/2006/main">
              <a:ext uri="{FF2B5EF4-FFF2-40B4-BE49-F238E27FC236}">
                <a16:creationId xmlns:a16="http://schemas.microsoft.com/office/drawing/2014/main" id="{8865689B-5724-4335-ADBE-AF2F4BF03621}"/>
              </a:ext>
            </a:extLst>
          </p:cNvPr>
          <p:cNvSpPr>
            <a:spLocks xmlns:a="http://schemas.openxmlformats.org/drawingml/2006/main" noGrp="1"/>
          </p:cNvSpPr>
          <p:nvPr/>
        </p:nvSpPr>
        <p:spPr>
          <a:xfrm xmlns:a="http://schemas.openxmlformats.org/drawingml/2006/main">
            <a:off x="6324600" y="3857625"/>
            <a:ext cx="20955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0">
                <a:solidFill>
                  <a:srgbClr val="17231E"/>
                </a:solidFill>
                <a:latin typeface="Aptos"/>
                <a:ea typeface="Aptos"/>
                <a:cs typeface="Aptos"/>
              </a:defRPr>
            </a:pPr>
            <a:r>
              <a:rPr sz="1575" b="0">
                <a:solidFill>
                  <a:srgbClr val="17231E"/>
                </a:solidFill>
                <a:latin typeface="Aptos"/>
                <a:ea typeface="Aptos"/>
                <a:cs typeface="Aptos"/>
              </a:rPr>
              <a:t>I can now explain …</a:t>
            </a:r>
          </a:p>
        </p:txBody>
      </p:sp>
      <p:sp>
        <p:nvSpPr>
          <p:cNvPr id="21" name="evidence-step-label-4">
            <a:extLst xmlns:a="http://schemas.openxmlformats.org/drawingml/2006/main">
              <a:ext uri="{FF2B5EF4-FFF2-40B4-BE49-F238E27FC236}">
                <a16:creationId xmlns:a16="http://schemas.microsoft.com/office/drawing/2014/main" id="{6ECF0CEF-55BF-4F66-8B9E-953855C1D8BC}"/>
              </a:ext>
            </a:extLst>
          </p:cNvPr>
          <p:cNvSpPr>
            <a:spLocks xmlns:a="http://schemas.openxmlformats.org/drawingml/2006/main" noGrp="1"/>
          </p:cNvSpPr>
          <p:nvPr/>
        </p:nvSpPr>
        <p:spPr>
          <a:xfrm xmlns:a="http://schemas.openxmlformats.org/drawingml/2006/main">
            <a:off x="8934450" y="3143250"/>
            <a:ext cx="2476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1">
                <a:solidFill>
                  <a:srgbClr val="205D46"/>
                </a:solidFill>
                <a:latin typeface="Aptos"/>
                <a:ea typeface="Aptos"/>
                <a:cs typeface="Aptos"/>
              </a:defRPr>
            </a:pPr>
            <a:r>
              <a:rPr sz="1650" b="1">
                <a:solidFill>
                  <a:srgbClr val="205D46"/>
                </a:solidFill>
                <a:latin typeface="Aptos"/>
                <a:ea typeface="Aptos"/>
                <a:cs typeface="Aptos"/>
              </a:rPr>
              <a:t>4  CHECK</a:t>
            </a:r>
          </a:p>
        </p:txBody>
      </p:sp>
      <p:sp>
        <p:nvSpPr>
          <p:cNvPr id="22" name="evidence-step-panel-4">
            <a:extLst xmlns:a="http://schemas.openxmlformats.org/drawingml/2006/main">
              <a:ext uri="{FF2B5EF4-FFF2-40B4-BE49-F238E27FC236}">
                <a16:creationId xmlns:a16="http://schemas.microsoft.com/office/drawing/2014/main" id="{F247AE96-F7FB-4D6E-B627-DC484FAB79F0}"/>
              </a:ext>
            </a:extLst>
          </p:cNvPr>
          <p:cNvSpPr>
            <a:spLocks xmlns:a="http://schemas.openxmlformats.org/drawingml/2006/main" noGrp="1"/>
          </p:cNvSpPr>
          <p:nvPr/>
        </p:nvSpPr>
        <p:spPr>
          <a:xfrm xmlns:a="http://schemas.openxmlformats.org/drawingml/2006/main">
            <a:off x="8934450" y="3619500"/>
            <a:ext cx="2476500" cy="1600200"/>
          </a:xfrm>
          <a:prstGeom xmlns:a="http://schemas.openxmlformats.org/drawingml/2006/main" prst="roundRect">
            <a:avLst>
              <a:gd name="adj" fmla="val 7143"/>
            </a:avLst>
          </a:prstGeom>
          <a:solidFill xmlns:a="http://schemas.openxmlformats.org/drawingml/2006/main">
            <a:srgbClr val="EEF3EF"/>
          </a:solidFill>
          <a:ln xmlns:a="http://schemas.openxmlformats.org/drawingml/2006/main" w="9525">
            <a:solidFill>
              <a:srgbClr val="CDD5CF"/>
            </a:solidFill>
            <a:prstDash val="solid"/>
          </a:ln>
        </p:spPr>
      </p:sp>
      <p:sp>
        <p:nvSpPr>
          <p:cNvPr id="23" name="evidence-step-text-4">
            <a:extLst xmlns:a="http://schemas.openxmlformats.org/drawingml/2006/main">
              <a:ext uri="{FF2B5EF4-FFF2-40B4-BE49-F238E27FC236}">
                <a16:creationId xmlns:a16="http://schemas.microsoft.com/office/drawing/2014/main" id="{A980615B-EF41-4AF4-B23B-1F6500A42796}"/>
              </a:ext>
            </a:extLst>
          </p:cNvPr>
          <p:cNvSpPr>
            <a:spLocks xmlns:a="http://schemas.openxmlformats.org/drawingml/2006/main" noGrp="1"/>
          </p:cNvSpPr>
          <p:nvPr/>
        </p:nvSpPr>
        <p:spPr>
          <a:xfrm xmlns:a="http://schemas.openxmlformats.org/drawingml/2006/main">
            <a:off x="9124950" y="3857625"/>
            <a:ext cx="20955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0">
                <a:solidFill>
                  <a:srgbClr val="17231E"/>
                </a:solidFill>
                <a:latin typeface="Aptos"/>
                <a:ea typeface="Aptos"/>
                <a:cs typeface="Aptos"/>
              </a:defRPr>
            </a:pPr>
            <a:r>
              <a:rPr sz="1575" b="0">
                <a:solidFill>
                  <a:srgbClr val="17231E"/>
                </a:solidFill>
                <a:latin typeface="Aptos"/>
                <a:ea typeface="Aptos"/>
                <a:cs typeface="Aptos"/>
              </a:rPr>
              <a:t>Explains change in thinking; keeps export separate from submission.</a:t>
            </a:r>
          </a:p>
        </p:txBody>
      </p:sp>
      <p:sp>
        <p:nvSpPr>
          <p:cNvPr id="24" name="evidence-destination">
            <a:extLst xmlns:a="http://schemas.openxmlformats.org/drawingml/2006/main">
              <a:ext uri="{FF2B5EF4-FFF2-40B4-BE49-F238E27FC236}">
                <a16:creationId xmlns:a16="http://schemas.microsoft.com/office/drawing/2014/main" id="{B45BC8D4-FB60-41F8-B874-6B38E71DE0D5}"/>
              </a:ext>
            </a:extLst>
          </p:cNvPr>
          <p:cNvSpPr>
            <a:spLocks xmlns:a="http://schemas.openxmlformats.org/drawingml/2006/main" noGrp="1"/>
          </p:cNvSpPr>
          <p:nvPr/>
        </p:nvSpPr>
        <p:spPr>
          <a:xfrm xmlns:a="http://schemas.openxmlformats.org/drawingml/2006/main">
            <a:off x="533400" y="5657850"/>
            <a:ext cx="110871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650" b="1">
                <a:solidFill>
                  <a:srgbClr val="8B2430"/>
                </a:solidFill>
                <a:latin typeface="Aptos"/>
                <a:ea typeface="Aptos"/>
                <a:cs typeface="Aptos"/>
              </a:defRPr>
            </a:pPr>
            <a:r>
              <a:rPr sz="1650" b="1">
                <a:solidFill>
                  <a:srgbClr val="8B2430"/>
                </a:solidFill>
                <a:latin typeface="Aptos"/>
                <a:ea typeface="Aptos"/>
                <a:cs typeface="Aptos"/>
              </a:rPr>
              <a:t>Save in My Folio only when your teacher asks. Saving is not submission.</a:t>
            </a:r>
          </a:p>
        </p:txBody>
      </p:sp>
    </p:spTree>
    <p:extLst>
      <p:ext uri="{BB962C8B-B14F-4D97-AF65-F5344CB8AC3E}">
        <p14:creationId xmlns:p14="http://schemas.microsoft.com/office/powerpoint/2010/main" val="623214718"/>
      </p:ext>
    </p:extLst>
  </p:cSld>
</p:sld>
</file>

<file path=ppt/slides/slide8.xml><?xml version="1.0" encoding="utf-8"?>
<p:sld xmlns:p="http://schemas.openxmlformats.org/presentationml/2006/main">
  <p:cSld>
    <p:bg>
      <p:bgPr>
        <a:solidFill xmlns:a="http://schemas.openxmlformats.org/drawingml/2006/main">
          <a:srgbClr val="93442F"/>
        </a:solidFill>
      </p:bgPr>
    </p:bg>
    <p:spTree>
      <p:nvGrpSpPr>
        <p:cNvPr id="1" name=""/>
        <p:cNvGrpSpPr/>
        <p:nvPr/>
      </p:nvGrpSpPr>
      <p:grpSpPr>
        <a:xfrm xmlns:a="http://schemas.openxmlformats.org/drawingml/2006/main"/>
      </p:grpSpPr>
      <p:sp>
        <p:nvSpPr>
          <p:cNvPr id="15" name="close-side-field">
            <a:extLst xmlns:a="http://schemas.openxmlformats.org/drawingml/2006/main">
              <a:ext uri="{FF2B5EF4-FFF2-40B4-BE49-F238E27FC236}">
                <a16:creationId xmlns:a16="http://schemas.microsoft.com/office/drawing/2014/main" id="{95442A18-A324-4362-B347-F834C5A7A6AD}"/>
              </a:ext>
            </a:extLst>
          </p:cNvPr>
          <p:cNvSpPr>
            <a:spLocks xmlns:a="http://schemas.openxmlformats.org/drawingml/2006/main" noGrp="1"/>
          </p:cNvSpPr>
          <p:nvPr/>
        </p:nvSpPr>
        <p:spPr>
          <a:xfrm xmlns:a="http://schemas.openxmlformats.org/drawingml/2006/main">
            <a:off x="8286750" y="0"/>
            <a:ext cx="3905250" cy="6858000"/>
          </a:xfrm>
          <a:prstGeom xmlns:a="http://schemas.openxmlformats.org/drawingml/2006/main" prst="rect">
            <a:avLst/>
          </a:prstGeom>
          <a:solidFill xmlns:a="http://schemas.openxmlformats.org/drawingml/2006/main">
            <a:srgbClr val="154332"/>
          </a:solidFill>
          <a:ln xmlns:a="http://schemas.openxmlformats.org/drawingml/2006/main" w="0">
            <a:noFill/>
            <a:prstDash val="solid"/>
          </a:ln>
        </p:spPr>
      </p:sp>
      <p:sp>
        <p:nvSpPr>
          <p:cNvPr id="2" name="close-label">
            <a:extLst xmlns:a="http://schemas.openxmlformats.org/drawingml/2006/main">
              <a:ext uri="{FF2B5EF4-FFF2-40B4-BE49-F238E27FC236}">
                <a16:creationId xmlns:a16="http://schemas.microsoft.com/office/drawing/2014/main" id="{B148BF2C-44DC-4099-B364-65CEA892F8CB}"/>
              </a:ext>
            </a:extLst>
          </p:cNvPr>
          <p:cNvSpPr>
            <a:spLocks xmlns:a="http://schemas.openxmlformats.org/drawingml/2006/main" noGrp="1"/>
          </p:cNvSpPr>
          <p:nvPr/>
        </p:nvSpPr>
        <p:spPr>
          <a:xfrm xmlns:a="http://schemas.openxmlformats.org/drawingml/2006/main">
            <a:off x="552450" y="466725"/>
            <a:ext cx="619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1">
                <a:solidFill>
                  <a:srgbClr val="F8EDE7"/>
                </a:solidFill>
                <a:latin typeface="Aptos"/>
                <a:ea typeface="Aptos"/>
                <a:cs typeface="Aptos"/>
              </a:defRPr>
            </a:pPr>
            <a:r>
              <a:rPr sz="1350" b="1">
                <a:solidFill>
                  <a:srgbClr val="F8EDE7"/>
                </a:solidFill>
                <a:latin typeface="Aptos"/>
                <a:ea typeface="Aptos"/>
                <a:cs typeface="Aptos"/>
              </a:rPr>
              <a:t>MODULE 10 · EXIT EVIDENCE</a:t>
            </a:r>
          </a:p>
        </p:txBody>
      </p:sp>
      <p:sp>
        <p:nvSpPr>
          <p:cNvPr id="3" name="close-title">
            <a:extLst xmlns:a="http://schemas.openxmlformats.org/drawingml/2006/main">
              <a:ext uri="{FF2B5EF4-FFF2-40B4-BE49-F238E27FC236}">
                <a16:creationId xmlns:a16="http://schemas.microsoft.com/office/drawing/2014/main" id="{9CBCCAEA-0F92-487C-969A-895D50BD3CA5}"/>
              </a:ext>
            </a:extLst>
          </p:cNvPr>
          <p:cNvSpPr>
            <a:spLocks xmlns:a="http://schemas.openxmlformats.org/drawingml/2006/main" noGrp="1"/>
          </p:cNvSpPr>
          <p:nvPr/>
        </p:nvSpPr>
        <p:spPr>
          <a:xfrm xmlns:a="http://schemas.openxmlformats.org/drawingml/2006/main">
            <a:off x="552450" y="1104900"/>
            <a:ext cx="7239000" cy="1381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950" b="1">
                <a:solidFill>
                  <a:srgbClr val="FFFFFF"/>
                </a:solidFill>
                <a:latin typeface="Aptos Display"/>
                <a:ea typeface="Aptos Display"/>
                <a:cs typeface="Aptos Display"/>
              </a:defRPr>
            </a:pPr>
            <a:r>
              <a:rPr sz="4950" b="1">
                <a:solidFill>
                  <a:srgbClr val="FFFFFF"/>
                </a:solidFill>
                <a:latin typeface="Aptos Display"/>
                <a:ea typeface="Aptos Display"/>
                <a:cs typeface="Aptos Display"/>
              </a:rPr>
              <a:t>Leave with evidence, not a guess.</a:t>
            </a:r>
          </a:p>
        </p:txBody>
      </p:sp>
      <p:sp>
        <p:nvSpPr>
          <p:cNvPr id="4" name="close-prompt-1">
            <a:extLst xmlns:a="http://schemas.openxmlformats.org/drawingml/2006/main">
              <a:ext uri="{FF2B5EF4-FFF2-40B4-BE49-F238E27FC236}">
                <a16:creationId xmlns:a16="http://schemas.microsoft.com/office/drawing/2014/main" id="{C468705B-2A2E-4F57-AA59-183A9E191AFC}"/>
              </a:ext>
            </a:extLst>
          </p:cNvPr>
          <p:cNvSpPr>
            <a:spLocks xmlns:a="http://schemas.openxmlformats.org/drawingml/2006/main" noGrp="1"/>
          </p:cNvSpPr>
          <p:nvPr/>
        </p:nvSpPr>
        <p:spPr>
          <a:xfrm xmlns:a="http://schemas.openxmlformats.org/drawingml/2006/main">
            <a:off x="628650" y="2924175"/>
            <a:ext cx="69342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00" b="0">
                <a:solidFill>
                  <a:srgbClr val="FFFFFF"/>
                </a:solidFill>
                <a:latin typeface="Aptos"/>
                <a:ea typeface="Aptos"/>
                <a:cs typeface="Aptos"/>
              </a:defRPr>
            </a:pPr>
            <a:r>
              <a:rPr sz="1800" b="0">
                <a:solidFill>
                  <a:srgbClr val="FFFFFF"/>
                </a:solidFill>
                <a:latin typeface="Aptos"/>
                <a:ea typeface="Aptos"/>
                <a:cs typeface="Aptos"/>
              </a:rPr>
              <a:t>1.  One idea I can explain is analyse a food diary without judgement because …</a:t>
            </a:r>
          </a:p>
        </p:txBody>
      </p:sp>
      <p:sp>
        <p:nvSpPr>
          <p:cNvPr id="5" name="close-divider-1">
            <a:extLst xmlns:a="http://schemas.openxmlformats.org/drawingml/2006/main">
              <a:ext uri="{FF2B5EF4-FFF2-40B4-BE49-F238E27FC236}">
                <a16:creationId xmlns:a16="http://schemas.microsoft.com/office/drawing/2014/main" id="{4D4E51B7-5840-4252-9B3A-374773E0D7D1}"/>
              </a:ext>
            </a:extLst>
          </p:cNvPr>
          <p:cNvSpPr>
            <a:spLocks xmlns:a="http://schemas.openxmlformats.org/drawingml/2006/main" noGrp="1"/>
          </p:cNvSpPr>
          <p:nvPr/>
        </p:nvSpPr>
        <p:spPr>
          <a:xfrm xmlns:a="http://schemas.openxmlformats.org/drawingml/2006/main">
            <a:off x="628650" y="3590925"/>
            <a:ext cx="6858000" cy="0"/>
          </a:xfrm>
          <a:prstGeom xmlns:a="http://schemas.openxmlformats.org/drawingml/2006/main" prst="line">
            <a:avLst/>
          </a:prstGeom>
          <a:noFill xmlns:a="http://schemas.openxmlformats.org/drawingml/2006/main"/>
          <a:ln xmlns:a="http://schemas.openxmlformats.org/drawingml/2006/main" w="9525">
            <a:solidFill>
              <a:srgbClr val="CF8875"/>
            </a:solidFill>
            <a:prstDash val="solid"/>
          </a:ln>
        </p:spPr>
      </p:sp>
      <p:sp>
        <p:nvSpPr>
          <p:cNvPr id="6" name="close-prompt-2">
            <a:extLst xmlns:a="http://schemas.openxmlformats.org/drawingml/2006/main">
              <a:ext uri="{FF2B5EF4-FFF2-40B4-BE49-F238E27FC236}">
                <a16:creationId xmlns:a16="http://schemas.microsoft.com/office/drawing/2014/main" id="{21067D9F-3D0A-42D4-89E2-B0A99BB4B114}"/>
              </a:ext>
            </a:extLst>
          </p:cNvPr>
          <p:cNvSpPr>
            <a:spLocks xmlns:a="http://schemas.openxmlformats.org/drawingml/2006/main" noGrp="1"/>
          </p:cNvSpPr>
          <p:nvPr/>
        </p:nvSpPr>
        <p:spPr>
          <a:xfrm xmlns:a="http://schemas.openxmlformats.org/drawingml/2006/main">
            <a:off x="628650" y="3762375"/>
            <a:ext cx="69342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00" b="1">
                <a:solidFill>
                  <a:srgbClr val="FFFFFF"/>
                </a:solidFill>
                <a:latin typeface="Aptos"/>
                <a:ea typeface="Aptos"/>
                <a:cs typeface="Aptos"/>
              </a:defRPr>
            </a:pPr>
            <a:r>
              <a:rPr sz="1800" b="1">
                <a:solidFill>
                  <a:srgbClr val="FFFFFF"/>
                </a:solidFill>
                <a:latin typeface="Aptos"/>
                <a:ea typeface="Aptos"/>
                <a:cs typeface="Aptos"/>
              </a:rPr>
              <a:t>2.  One connection across the three ideas is …</a:t>
            </a:r>
          </a:p>
        </p:txBody>
      </p:sp>
      <p:sp>
        <p:nvSpPr>
          <p:cNvPr id="7" name="close-divider-2">
            <a:extLst xmlns:a="http://schemas.openxmlformats.org/drawingml/2006/main">
              <a:ext uri="{FF2B5EF4-FFF2-40B4-BE49-F238E27FC236}">
                <a16:creationId xmlns:a16="http://schemas.microsoft.com/office/drawing/2014/main" id="{3BD2BF83-AD55-4620-B690-C32CB4061234}"/>
              </a:ext>
            </a:extLst>
          </p:cNvPr>
          <p:cNvSpPr>
            <a:spLocks xmlns:a="http://schemas.openxmlformats.org/drawingml/2006/main" noGrp="1"/>
          </p:cNvSpPr>
          <p:nvPr/>
        </p:nvSpPr>
        <p:spPr>
          <a:xfrm xmlns:a="http://schemas.openxmlformats.org/drawingml/2006/main">
            <a:off x="628650" y="4429125"/>
            <a:ext cx="6858000" cy="0"/>
          </a:xfrm>
          <a:prstGeom xmlns:a="http://schemas.openxmlformats.org/drawingml/2006/main" prst="line">
            <a:avLst/>
          </a:prstGeom>
          <a:noFill xmlns:a="http://schemas.openxmlformats.org/drawingml/2006/main"/>
          <a:ln xmlns:a="http://schemas.openxmlformats.org/drawingml/2006/main" w="9525">
            <a:solidFill>
              <a:srgbClr val="CF8875"/>
            </a:solidFill>
            <a:prstDash val="solid"/>
          </a:ln>
        </p:spPr>
      </p:sp>
      <p:sp>
        <p:nvSpPr>
          <p:cNvPr id="8" name="close-prompt-3">
            <a:extLst xmlns:a="http://schemas.openxmlformats.org/drawingml/2006/main">
              <a:ext uri="{FF2B5EF4-FFF2-40B4-BE49-F238E27FC236}">
                <a16:creationId xmlns:a16="http://schemas.microsoft.com/office/drawing/2014/main" id="{5C80E593-8BC8-4601-9865-95787BB65986}"/>
              </a:ext>
            </a:extLst>
          </p:cNvPr>
          <p:cNvSpPr>
            <a:spLocks xmlns:a="http://schemas.openxmlformats.org/drawingml/2006/main" noGrp="1"/>
          </p:cNvSpPr>
          <p:nvPr/>
        </p:nvSpPr>
        <p:spPr>
          <a:xfrm xmlns:a="http://schemas.openxmlformats.org/drawingml/2006/main">
            <a:off x="628650" y="4600575"/>
            <a:ext cx="69342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00" b="0">
                <a:solidFill>
                  <a:srgbClr val="FFFFFF"/>
                </a:solidFill>
                <a:latin typeface="Aptos"/>
                <a:ea typeface="Aptos"/>
                <a:cs typeface="Aptos"/>
              </a:defRPr>
            </a:pPr>
            <a:r>
              <a:rPr sz="1800" b="0">
                <a:solidFill>
                  <a:srgbClr val="FFFFFF"/>
                </a:solidFill>
                <a:latin typeface="Aptos"/>
                <a:ea typeface="Aptos"/>
                <a:cs typeface="Aptos"/>
              </a:rPr>
              <a:t>3.  One question or check I still need is …</a:t>
            </a:r>
          </a:p>
        </p:txBody>
      </p:sp>
      <p:sp>
        <p:nvSpPr>
          <p:cNvPr id="9" name="close-evidence-destination">
            <a:extLst xmlns:a="http://schemas.openxmlformats.org/drawingml/2006/main">
              <a:ext uri="{FF2B5EF4-FFF2-40B4-BE49-F238E27FC236}">
                <a16:creationId xmlns:a16="http://schemas.microsoft.com/office/drawing/2014/main" id="{5E57F551-9AE5-431F-860A-4DC2A075AD74}"/>
              </a:ext>
            </a:extLst>
          </p:cNvPr>
          <p:cNvSpPr>
            <a:spLocks xmlns:a="http://schemas.openxmlformats.org/drawingml/2006/main" noGrp="1"/>
          </p:cNvSpPr>
          <p:nvPr/>
        </p:nvSpPr>
        <p:spPr>
          <a:xfrm xmlns:a="http://schemas.openxmlformats.org/drawingml/2006/main">
            <a:off x="628650" y="5753100"/>
            <a:ext cx="69532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1">
                <a:solidFill>
                  <a:srgbClr val="F8EDE7"/>
                </a:solidFill>
                <a:latin typeface="Aptos"/>
                <a:ea typeface="Aptos"/>
                <a:cs typeface="Aptos"/>
              </a:defRPr>
            </a:pPr>
            <a:r>
              <a:rPr sz="1500" b="1">
                <a:solidFill>
                  <a:srgbClr val="F8EDE7"/>
                </a:solidFill>
                <a:latin typeface="Aptos"/>
                <a:ea typeface="Aptos"/>
                <a:cs typeface="Aptos"/>
              </a:rPr>
              <a:t>Evidence destination: My Folio when directed. Exporting or saving is not submission.</a:t>
            </a:r>
          </a:p>
        </p:txBody>
      </p:sp>
      <p:sp>
        <p:nvSpPr>
          <p:cNvPr id="10" name="teacher-confirm-label">
            <a:extLst xmlns:a="http://schemas.openxmlformats.org/drawingml/2006/main">
              <a:ext uri="{FF2B5EF4-FFF2-40B4-BE49-F238E27FC236}">
                <a16:creationId xmlns:a16="http://schemas.microsoft.com/office/drawing/2014/main" id="{124E079F-05D8-4AB9-AB19-22BCECD34DDC}"/>
              </a:ext>
            </a:extLst>
          </p:cNvPr>
          <p:cNvSpPr>
            <a:spLocks xmlns:a="http://schemas.openxmlformats.org/drawingml/2006/main" noGrp="1"/>
          </p:cNvSpPr>
          <p:nvPr/>
        </p:nvSpPr>
        <p:spPr>
          <a:xfrm xmlns:a="http://schemas.openxmlformats.org/drawingml/2006/main">
            <a:off x="8648700" y="876300"/>
            <a:ext cx="3143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650" b="1">
                <a:solidFill>
                  <a:srgbClr val="F1E5CE"/>
                </a:solidFill>
                <a:latin typeface="Aptos"/>
                <a:ea typeface="Aptos"/>
                <a:cs typeface="Aptos"/>
              </a:defRPr>
            </a:pPr>
            <a:r>
              <a:rPr sz="1650" b="1">
                <a:solidFill>
                  <a:srgbClr val="F1E5CE"/>
                </a:solidFill>
                <a:latin typeface="Aptos"/>
                <a:ea typeface="Aptos"/>
                <a:cs typeface="Aptos"/>
              </a:rPr>
              <a:t>TEACHER TO CONFIRM</a:t>
            </a:r>
          </a:p>
        </p:txBody>
      </p:sp>
      <p:sp>
        <p:nvSpPr>
          <p:cNvPr id="11" name="teacher-confirm-panel">
            <a:extLst xmlns:a="http://schemas.openxmlformats.org/drawingml/2006/main">
              <a:ext uri="{FF2B5EF4-FFF2-40B4-BE49-F238E27FC236}">
                <a16:creationId xmlns:a16="http://schemas.microsoft.com/office/drawing/2014/main" id="{C14224D8-E5CA-40F6-9E20-4EE3689EDAA7}"/>
              </a:ext>
            </a:extLst>
          </p:cNvPr>
          <p:cNvSpPr>
            <a:spLocks xmlns:a="http://schemas.openxmlformats.org/drawingml/2006/main" noGrp="1"/>
          </p:cNvSpPr>
          <p:nvPr/>
        </p:nvSpPr>
        <p:spPr>
          <a:xfrm xmlns:a="http://schemas.openxmlformats.org/drawingml/2006/main">
            <a:off x="8648700" y="1457325"/>
            <a:ext cx="3143250" cy="2514600"/>
          </a:xfrm>
          <a:prstGeom xmlns:a="http://schemas.openxmlformats.org/drawingml/2006/main" prst="roundRect">
            <a:avLst>
              <a:gd name="adj" fmla="val 6061"/>
            </a:avLst>
          </a:prstGeom>
          <a:solidFill xmlns:a="http://schemas.openxmlformats.org/drawingml/2006/main">
            <a:srgbClr val="F8E5E2"/>
          </a:solidFill>
          <a:ln xmlns:a="http://schemas.openxmlformats.org/drawingml/2006/main" w="28575">
            <a:solidFill>
              <a:srgbClr val="93442F"/>
            </a:solidFill>
            <a:prstDash val="solid"/>
          </a:ln>
        </p:spPr>
      </p:sp>
      <p:sp>
        <p:nvSpPr>
          <p:cNvPr id="12" name="teacher-confirm-text">
            <a:extLst xmlns:a="http://schemas.openxmlformats.org/drawingml/2006/main">
              <a:ext uri="{FF2B5EF4-FFF2-40B4-BE49-F238E27FC236}">
                <a16:creationId xmlns:a16="http://schemas.microsoft.com/office/drawing/2014/main" id="{BCF26EAB-332E-47AA-96C5-BB7D080510E2}"/>
              </a:ext>
            </a:extLst>
          </p:cNvPr>
          <p:cNvSpPr>
            <a:spLocks xmlns:a="http://schemas.openxmlformats.org/drawingml/2006/main" noGrp="1"/>
          </p:cNvSpPr>
          <p:nvPr/>
        </p:nvSpPr>
        <p:spPr>
          <a:xfrm xmlns:a="http://schemas.openxmlformats.org/drawingml/2006/main">
            <a:off x="8896350" y="1838325"/>
            <a:ext cx="2647950" cy="1790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875" b="1">
                <a:solidFill>
                  <a:srgbClr val="8B2430"/>
                </a:solidFill>
                <a:latin typeface="Aptos"/>
                <a:ea typeface="Aptos"/>
                <a:cs typeface="Aptos"/>
              </a:defRPr>
            </a:pPr>
            <a:r>
              <a:rPr sz="1875" b="1">
                <a:solidFill>
                  <a:srgbClr val="8B2430"/>
                </a:solidFill>
                <a:latin typeface="Aptos"/>
                <a:ea typeface="Aptos"/>
                <a:cs typeface="Aptos"/>
              </a:rPr>
              <a:t>The current formal task, due date, weighting, required evidence and submission instructions.</a:t>
            </a:r>
          </a:p>
        </p:txBody>
      </p:sp>
      <p:sp>
        <p:nvSpPr>
          <p:cNvPr id="13" name="close-next-step-label">
            <a:extLst xmlns:a="http://schemas.openxmlformats.org/drawingml/2006/main">
              <a:ext uri="{FF2B5EF4-FFF2-40B4-BE49-F238E27FC236}">
                <a16:creationId xmlns:a16="http://schemas.microsoft.com/office/drawing/2014/main" id="{61A34EEE-D107-4A23-A73E-4D1A4B951F39}"/>
              </a:ext>
            </a:extLst>
          </p:cNvPr>
          <p:cNvSpPr>
            <a:spLocks xmlns:a="http://schemas.openxmlformats.org/drawingml/2006/main" noGrp="1"/>
          </p:cNvSpPr>
          <p:nvPr/>
        </p:nvSpPr>
        <p:spPr>
          <a:xfrm xmlns:a="http://schemas.openxmlformats.org/drawingml/2006/main">
            <a:off x="8648700" y="4657725"/>
            <a:ext cx="3143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350" b="1">
                <a:solidFill>
                  <a:srgbClr val="F1E5CE"/>
                </a:solidFill>
                <a:latin typeface="Aptos"/>
                <a:ea typeface="Aptos"/>
                <a:cs typeface="Aptos"/>
              </a:defRPr>
            </a:pPr>
            <a:r>
              <a:rPr sz="1350" b="1">
                <a:solidFill>
                  <a:srgbClr val="F1E5CE"/>
                </a:solidFill>
                <a:latin typeface="Aptos"/>
                <a:ea typeface="Aptos"/>
                <a:cs typeface="Aptos"/>
              </a:rPr>
              <a:t>NEXT STEP</a:t>
            </a:r>
          </a:p>
        </p:txBody>
      </p:sp>
      <p:sp>
        <p:nvSpPr>
          <p:cNvPr id="14" name="close-next-step">
            <a:extLst xmlns:a="http://schemas.openxmlformats.org/drawingml/2006/main">
              <a:ext uri="{FF2B5EF4-FFF2-40B4-BE49-F238E27FC236}">
                <a16:creationId xmlns:a16="http://schemas.microsoft.com/office/drawing/2014/main" id="{57714D0C-329E-4BF6-A678-A8FA0E44BBD9}"/>
              </a:ext>
            </a:extLst>
          </p:cNvPr>
          <p:cNvSpPr>
            <a:spLocks xmlns:a="http://schemas.openxmlformats.org/drawingml/2006/main" noGrp="1"/>
          </p:cNvSpPr>
          <p:nvPr/>
        </p:nvSpPr>
        <p:spPr>
          <a:xfrm xmlns:a="http://schemas.openxmlformats.org/drawingml/2006/main">
            <a:off x="8763000" y="5124450"/>
            <a:ext cx="291465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725" b="0">
                <a:solidFill>
                  <a:srgbClr val="FFFFFF"/>
                </a:solidFill>
                <a:latin typeface="Aptos"/>
                <a:ea typeface="Aptos"/>
                <a:cs typeface="Aptos"/>
              </a:defRPr>
            </a:pPr>
            <a:r>
              <a:rPr sz="1725" b="0">
                <a:solidFill>
                  <a:srgbClr val="FFFFFF"/>
                </a:solidFill>
                <a:latin typeface="Aptos"/>
                <a:ea typeface="Aptos"/>
                <a:cs typeface="Aptos"/>
              </a:rPr>
              <a:t>Use the module page to refine one response, then follow your teacher’s directions.</a:t>
            </a:r>
          </a:p>
        </p:txBody>
      </p:sp>
    </p:spTree>
    <p:extLst>
      <p:ext uri="{BB962C8B-B14F-4D97-AF65-F5344CB8AC3E}">
        <p14:creationId xmlns:p14="http://schemas.microsoft.com/office/powerpoint/2010/main" val="196723066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2026-08-26T13:29:42.6540000Z</dcterms:created>
  <dcterms:modified xsi:type="dcterms:W3CDTF">2026-08-26T13:29:42.6540000Z</dcterms:modified>
</coreProperties>
</file>