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2865f1ba6b4889" /><Relationship Type="http://schemas.openxmlformats.org/officeDocument/2006/relationships/extended-properties" Target="/docProps/app.xml" Id="R2b87df78d0494ba7" /><Relationship Type="http://schemas.openxmlformats.org/officeDocument/2006/relationships/officeDocument" Target="/ppt/presentation.xml" Id="R137f0ceca0b142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57d62db5944f3"/>
  </p:sldMasterIdLst>
  <p:notesMasterIdLst>
    <p:notesMasterId xmlns:r="http://schemas.openxmlformats.org/officeDocument/2006/relationships" r:id="Rc443e36785d243a9"/>
  </p:notesMasterIdLst>
  <p:sldIdLst>
    <p:sldId xmlns:r="http://schemas.openxmlformats.org/officeDocument/2006/relationships" id="256" r:id="R80267b6d6c374afc"/>
    <p:sldId xmlns:r="http://schemas.openxmlformats.org/officeDocument/2006/relationships" id="257" r:id="Re1ae6eb6524d4e08"/>
    <p:sldId xmlns:r="http://schemas.openxmlformats.org/officeDocument/2006/relationships" id="258" r:id="R3882fc292eeb4423"/>
    <p:sldId xmlns:r="http://schemas.openxmlformats.org/officeDocument/2006/relationships" id="259" r:id="Rf7e6aa74db4144cb"/>
    <p:sldId xmlns:r="http://schemas.openxmlformats.org/officeDocument/2006/relationships" id="260" r:id="R19648804babc4e29"/>
    <p:sldId xmlns:r="http://schemas.openxmlformats.org/officeDocument/2006/relationships" id="261" r:id="R14d3440f1cee4325"/>
    <p:sldId xmlns:r="http://schemas.openxmlformats.org/officeDocument/2006/relationships" id="262" r:id="Rf8ffb833eb7045fd"/>
    <p:sldId xmlns:r="http://schemas.openxmlformats.org/officeDocument/2006/relationships" id="263" r:id="R011b2b32dc08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bd1d3412c642a5" /><Relationship Type="http://schemas.openxmlformats.org/officeDocument/2006/relationships/slideMaster" Target="/ppt/slideMasters/slideMaster1.xml" Id="R79157d62db5944f3" /><Relationship Type="http://schemas.openxmlformats.org/officeDocument/2006/relationships/notesMaster" Target="/ppt/notesMasters/notesMaster1.xml" Id="Rc443e36785d243a9" /><Relationship Type="http://schemas.openxmlformats.org/officeDocument/2006/relationships/presProps" Target="/ppt/presProps.xml" Id="R29817664950f472d" /><Relationship Type="http://schemas.openxmlformats.org/officeDocument/2006/relationships/tableStyles" Target="/ppt/tableStyles.xml" Id="R2858da178c524a75" /><Relationship Type="http://schemas.openxmlformats.org/officeDocument/2006/relationships/slide" Target="/ppt/slides/slide1.xml" Id="R80267b6d6c374afc" /><Relationship Type="http://schemas.openxmlformats.org/officeDocument/2006/relationships/slide" Target="/ppt/slides/slide2.xml" Id="Re1ae6eb6524d4e08" /><Relationship Type="http://schemas.openxmlformats.org/officeDocument/2006/relationships/slide" Target="/ppt/slides/slide3.xml" Id="R3882fc292eeb4423" /><Relationship Type="http://schemas.openxmlformats.org/officeDocument/2006/relationships/slide" Target="/ppt/slides/slide4.xml" Id="Rf7e6aa74db4144cb" /><Relationship Type="http://schemas.openxmlformats.org/officeDocument/2006/relationships/slide" Target="/ppt/slides/slide5.xml" Id="R19648804babc4e29" /><Relationship Type="http://schemas.openxmlformats.org/officeDocument/2006/relationships/slide" Target="/ppt/slides/slide6.xml" Id="R14d3440f1cee4325" /><Relationship Type="http://schemas.openxmlformats.org/officeDocument/2006/relationships/slide" Target="/ppt/slides/slide7.xml" Id="Rf8ffb833eb7045fd" /><Relationship Type="http://schemas.openxmlformats.org/officeDocument/2006/relationships/slide" Target="/ppt/slides/slide8.xml" Id="R011b2b32dc08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5356acf72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acbadc1c549e7" /><Relationship Type="http://schemas.openxmlformats.org/officeDocument/2006/relationships/notesMaster" Target="/ppt/notesMasters/notesMaster1.xml" Id="R4c96a52262f9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998613e0c4aeb" /><Relationship Type="http://schemas.openxmlformats.org/officeDocument/2006/relationships/notesMaster" Target="/ppt/notesMasters/notesMaster1.xml" Id="R00d36b22cbe8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064fddce545db" /><Relationship Type="http://schemas.openxmlformats.org/officeDocument/2006/relationships/notesMaster" Target="/ppt/notesMasters/notesMaster1.xml" Id="Rcf63476c801e4c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92f59c663f4ab7" /><Relationship Type="http://schemas.openxmlformats.org/officeDocument/2006/relationships/notesMaster" Target="/ppt/notesMasters/notesMaster1.xml" Id="Rcb22b319dd8245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a7e268e4046f7" /><Relationship Type="http://schemas.openxmlformats.org/officeDocument/2006/relationships/notesMaster" Target="/ppt/notesMasters/notesMaster1.xml" Id="R58b17aa63558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05b6fa925d4374" /><Relationship Type="http://schemas.openxmlformats.org/officeDocument/2006/relationships/notesMaster" Target="/ppt/notesMasters/notesMaster1.xml" Id="R20143239bfa5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a3733b65a942ef" /><Relationship Type="http://schemas.openxmlformats.org/officeDocument/2006/relationships/notesMaster" Target="/ppt/notesMasters/notesMaster1.xml" Id="R80fb3c8bcb14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67b1a06a344ab6" /><Relationship Type="http://schemas.openxmlformats.org/officeDocument/2006/relationships/notesMaster" Target="/ppt/notesMasters/notesMaster1.xml" Id="Rd5acdd39722f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safety first change a food decision or explanation?</a:t>
            </a:r>
          </a:p>
          <a:p xmlns:a="http://schemas.openxmlformats.org/drawingml/2006/main">
            <a:r>
              <a:t>State the outcome in plain language: Safe food work begins with a specific decision: notice the hazard, trace the risk and choose a control before acting.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visual: assets/photos/m01-s02-safe-separation.png; Course-original generated PNG; no source image, private classroom material or student data;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From hazard to control,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From hazard to control;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theory section m01-s01: From hazard to control.</a:t>
            </a:r>
          </a:p>
          <a:p xmlns:a="http://schemas.openxmlformats.org/drawingml/2006/main">
            <a:r>
              <a:t>- Course theory section m01-s02: Hygiene breaks the contamination chain.</a:t>
            </a:r>
          </a:p>
          <a:p xmlns:a="http://schemas.openxmlformats.org/drawingml/2006/main">
            <a:r>
              <a:t>- Course theory section m01-s03: Ready before you begin.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 hazard is a source of possible harm. Risk combines likelihood and consequence. A useful control targets the specific hazard; when equipment or the method is unclear, stop and seek teacher direction rather than improvising.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‘Hazard’, ‘risk’ and ‘control’ mean the same thing.</a:t>
            </a:r>
          </a:p>
          <a:p xmlns:a="http://schemas.openxmlformats.org/drawingml/2006/main">
            <a:r>
              <a:t>Transition: connect this idea to safety first,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theory section m01-s01: From hazard to control.</a:t>
            </a:r>
          </a:p>
          <a:p xmlns:a="http://schemas.openxmlformats.org/drawingml/2006/main">
            <a:r>
              <a:t>- Course visual: assets/diagrams/m01-s01-hazard-control-pathway.svg; Course-original SVG; no third-party artwork or plan redrawn;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Contamination moves through a chain: source → hand, surface or utensil → food. Hygiene controls work by breaking a transfer route. Appearance alone cannot prove that a utensil or food is safe.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 clean-looking surface proves there is no contamination risk.</a:t>
            </a:r>
          </a:p>
          <a:p xmlns:a="http://schemas.openxmlformats.org/drawingml/2006/main">
            <a:r>
              <a:t>Transition: connect this idea to safety first,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theory section m01-s02: Hygiene breaks the contamination chain.</a:t>
            </a:r>
          </a:p>
          <a:p xmlns:a="http://schemas.openxmlformats.org/drawingml/2006/main">
            <a:r>
              <a:t>- Course visual: assets/diagrams/m01-s02-contamination-chain-controls.svg; Course-original SVG; no third-party artwork;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Read the authorised method, check yourself and the workspace, ask about uncertainty, then set up. A checklist supports memory; it never replaces teacher direction or permission.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A checklist gives practical permission or replaces teacher direction.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theory section m01-s03: Ready before you begin.</a:t>
            </a:r>
          </a:p>
          <a:p xmlns:a="http://schemas.openxmlformats.org/drawingml/2006/main">
            <a:r>
              <a:t>- Course visual: assets/photos/m01-s03-practical-readiness.png; Course-original generated PNG; no source image, private classroom material or student data; project-local educational use pending release authority.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Classify each statement by the job it performs, then choose the safest response to the new scenario.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The frayed lead is the hazard; the chance and seriousness of harm form the risk; stopping and telling the teacher is an immediate control.</a:t>
            </a:r>
          </a:p>
          <a:p xmlns:a="http://schemas.openxmlformats.org/drawingml/2006/main">
            <a:r>
              <a:t>Check 2: Trace the possible transfer through each contact and interrupt it using the teacher-approved hygiene process before food handling continues.</a:t>
            </a:r>
          </a:p>
          <a:p xmlns:a="http://schemas.openxmlformats.org/drawingml/2006/main">
            <a:r>
              <a:t>Check 3: Stop and ask the teacher before using, testing or moving ahead with that equipment.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activity activity-m01: Food-room decision lab.</a:t>
            </a:r>
          </a:p>
          <a:p xmlns:a="http://schemas.openxmlformats.org/drawingml/2006/main">
            <a:r>
              <a:t>- Course formative check check-m01-s01 for m01-s01.</a:t>
            </a:r>
          </a:p>
          <a:p xmlns:a="http://schemas.openxmlformats.org/drawingml/2006/main">
            <a:r>
              <a:t>- Course formative check check-m01-s02 for m01-s02.</a:t>
            </a:r>
          </a:p>
          <a:p xmlns:a="http://schemas.openxmlformats.org/drawingml/2006/main">
            <a:r>
              <a:t>- Course formative check check-m01-s03 for m01-s03.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"The readiness clue is …" only if students need it.</a:t>
            </a:r>
          </a:p>
          <a:p xmlns:a="http://schemas.openxmlformats.org/drawingml/2006/main">
            <a:r>
              <a:t>Look for: uses a specific readiness clue; shows connected consequences; does not invent permission or local procedure.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Course evidence record for m01-s03: Readiness protects a system.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Safe food work begins with a specific decision: notice the hazard, trace the risk and choose a control before acting.</a:t>
            </a:r>
          </a:p>
          <a:p xmlns:a="http://schemas.openxmlformats.org/drawingml/2006/main">
            <a:r>
              <a:t>State the sign-off exactly as shown: Teacher to confirm local food-room procedures, equipment access and practical directions.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01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NSW Food Authority food-safety education material recorded in source-map v1.1; local procedures remain teacher-controlled.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016c4707c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ea772bc27469b" /><Relationship Type="http://schemas.openxmlformats.org/officeDocument/2006/relationships/slideLayout" Target="/ppt/slideLayouts/slideLayout1.xml" Id="R51eb82a16c3f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b82a16c3f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6471d62784932" /><Relationship Type="http://schemas.openxmlformats.org/officeDocument/2006/relationships/image" Target="/ppt/media/image.png" Id="Re00bd604ace9401b" /><Relationship Type="http://schemas.openxmlformats.org/officeDocument/2006/relationships/notesSlide" Target="/ppt/notesSlides/notesSlide1.xml" Id="R1928d004c3dd41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bd5460994c52" /><Relationship Type="http://schemas.openxmlformats.org/officeDocument/2006/relationships/notesSlide" Target="/ppt/notesSlides/notesSlide2.xml" Id="Rb8e04cd516c945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da66c43a942fb" /><Relationship Type="http://schemas.openxmlformats.org/officeDocument/2006/relationships/image" Target="/ppt/media/image2.png" Id="R2434556b50e04d82" /><Relationship Type="http://schemas.openxmlformats.org/officeDocument/2006/relationships/notesSlide" Target="/ppt/notesSlides/notesSlide3.xml" Id="R02ab88d069b2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8238372d34396" /><Relationship Type="http://schemas.openxmlformats.org/officeDocument/2006/relationships/image" Target="/ppt/media/image3.png" Id="Rea3fa12e5aa04577" /><Relationship Type="http://schemas.openxmlformats.org/officeDocument/2006/relationships/notesSlide" Target="/ppt/notesSlides/notesSlide4.xml" Id="Rae329eb5c8cc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813b519f84b1c" /><Relationship Type="http://schemas.openxmlformats.org/officeDocument/2006/relationships/image" Target="/ppt/media/image4.png" Id="Rb063cf2e6c2b4b9e" /><Relationship Type="http://schemas.openxmlformats.org/officeDocument/2006/relationships/notesSlide" Target="/ppt/notesSlides/notesSlide5.xml" Id="R9eace1f0d9744a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c7fe92e7e43d8" /><Relationship Type="http://schemas.openxmlformats.org/officeDocument/2006/relationships/notesSlide" Target="/ppt/notesSlides/notesSlide6.xml" Id="R1b703c43572a4c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dbf369fa4872" /><Relationship Type="http://schemas.openxmlformats.org/officeDocument/2006/relationships/notesSlide" Target="/ppt/notesSlides/notesSlide7.xml" Id="R8c490664660447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3a7b15d26476e" /><Relationship Type="http://schemas.openxmlformats.org/officeDocument/2006/relationships/notesSlide" Target="/ppt/notesSlides/notesSlide8.xml" Id="R1446abc4bfc54a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D3A2AB4F-B9A7-4998-A1AE-9ABAAF2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5E988FBE-A2F3-4DA6-A7DB-0ED350B1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bd604ace9401b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CA456174-A1CE-44E0-85DA-AE371DB7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80911FA0-5FB8-44AB-AB79-412A92A1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3F37F94-F1C6-403D-A9D7-064458B8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7931C640-6BF0-4E1C-81B3-DC8A17C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A978F5ED-F3B3-4DA5-802F-0FF21CE0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01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DC2F82-78EF-4645-B798-7D34E9B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Safety first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8A3A8AE5-CDB9-4A0C-8A97-7B028570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Safe food work begins with a specific decision: notice the hazard, trace the risk and choose a control before acting.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CDF6CD9-92EC-4901-B1D1-07A239B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725785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0A18253C-9A1F-44B8-8B9A-A0E1BA2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D76C40DA-55F5-43EC-81B7-4E167EF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01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D8BD772-A469-4FCE-8A9A-2D91087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BBAA01EF-EFE8-4A7B-B789-63884884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SAFETY FIRST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1BAE1B09-96AC-4DCF-8EC1-2BE11886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DB606C2C-99CC-4A28-8349-9F2D6916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DE50D2DC-39C4-42ED-9A34-93549380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FF08DD0D-0288-40EF-918A-6F48895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434B183E-CE5F-4160-9E51-E890632B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8E65E967-08E1-4565-89E0-8BB409E9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CFA58851-CCF1-4B1D-9652-B1E6CFF0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E6FFD1A7-9393-477C-8979-55EF9033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8BA8E4AF-9D75-4A34-9B93-07832D66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C03B16C0-97CF-4241-9EE1-19D912CD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From hazard to control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EF7A56A2-EE01-44CD-8DBE-C0755287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Name hazard, harm, risk and control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B51BD9E3-E35E-4094-B625-0512EF85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Hygiene breaks the contamination chain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C4BC9DA1-8266-4679-9124-FF1CB1B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Trace how contamination can travel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594F458B-7F6E-4A5E-8C5C-877FFF3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Ready before you begin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E4F8FE06-2311-4D9A-AE90-A26DD3B9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Check readiness before starting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7E78C97A-9394-4DBE-8135-242E1227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C79ED773-8777-4525-A3DC-395823C6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47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Safe food work begins with a specific decision: notice the hazard, trace the risk and choose a control before acting.</a:t>
            </a:r>
          </a:p>
        </p:txBody>
      </p:sp>
    </p:spTree>
    <p:extLst>
      <p:ext uri="{BB962C8B-B14F-4D97-AF65-F5344CB8AC3E}">
        <p14:creationId xmlns:p14="http://schemas.microsoft.com/office/powerpoint/2010/main" val="644328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2EFE6DF6-DA68-4D13-93C7-2257A6A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B38B5F06-57F1-4CC3-A168-4B5DE75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01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DD9A0DA-CCB1-4DE2-B903-66919629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AF653656-4ED9-4FDC-99E6-74E59C3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M01-S01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88535572-DCC2-4E7B-A633-D28F268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From hazard to control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E6E7C86E-FC24-4004-ACD8-E06AC9EE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4556b50e04d82"/>
          <a:stretch xmlns:a="http://schemas.openxmlformats.org/drawingml/2006/main"/>
        </p:blipFill>
        <p:spPr>
          <a:xfrm xmlns:a="http://schemas.openxmlformats.org/drawingml/2006/main">
            <a:off x="533400" y="1901428"/>
            <a:ext cx="5905500" cy="332184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43D0DE87-2327-40B6-B2BC-495D796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safety response becomes useful when it names the hazard, possible harm, urgency and a specific control.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C42DF22E-3619-4F91-A8D7-A66075B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 hazard is a source of possible harm. Risk combines likelihood and consequence. A useful control targets the specific hazard; when equipment or the method is unclear, stop and seek teacher direction rather than improvising.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27437C0F-CCCB-48C5-B25B-ABAB997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138DF0C2-160B-479B-B2B4-FD02371C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At which step does a vague statement such as ‘be careful’ fail, and what specific action would improve it?</a:t>
            </a:r>
          </a:p>
        </p:txBody>
      </p:sp>
    </p:spTree>
    <p:extLst>
      <p:ext uri="{BB962C8B-B14F-4D97-AF65-F5344CB8AC3E}">
        <p14:creationId xmlns:p14="http://schemas.microsoft.com/office/powerpoint/2010/main" val="1877731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2A692D2C-E5B1-4886-B7DB-9CB1B67F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3463A099-4856-47E9-8686-DE50869C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01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F6910F3-8543-4A89-BB1D-730F0771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FA7C80A6-F192-4E7A-949A-6C73A7BF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M01-S02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747E3039-ABAD-4F75-BB76-2100579A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Hygiene breaks the contamination chain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64ED8FD3-3AB6-4B3A-ADE7-F009D2C6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Contamination moves through a chain: source → hand, surface or utensil → food. Hygiene controls work by breaking a transfer route. Appearance alone cannot prove that a utensil or food is safe.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25B8E5C4-2C06-4EA7-8567-6962E522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2A2FA0CF-FC82-4F98-A7A2-AF0F47D5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Notice: Which control acts on the source, which acts on a transfer route, and why can more than one control be useful?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1AABE01C-F24B-411D-A3D1-63306F96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fa12e5aa04577"/>
          <a:stretch xmlns:a="http://schemas.openxmlformats.org/drawingml/2006/main"/>
        </p:blipFill>
        <p:spPr>
          <a:xfrm xmlns:a="http://schemas.openxmlformats.org/drawingml/2006/main">
            <a:off x="5753100" y="1938933"/>
            <a:ext cx="5772150" cy="324683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9E6BA75C-8E0D-4F83-85B5-5E587A22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Trace the chain, then interrupt transfer before it reaches ready-to-eat food.</a:t>
            </a:r>
          </a:p>
        </p:txBody>
      </p:sp>
    </p:spTree>
    <p:extLst>
      <p:ext uri="{BB962C8B-B14F-4D97-AF65-F5344CB8AC3E}">
        <p14:creationId xmlns:p14="http://schemas.microsoft.com/office/powerpoint/2010/main" val="1650295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245B6374-9D00-466D-B884-97A9FC5A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646FD7FF-55C3-4457-ACF5-66E505B6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01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8D38983-1860-4E7C-9A5F-7C1B9D4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4E35D8BE-4300-4066-97CA-D401C5C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M01-S03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149B2926-0C56-4EB4-A316-72DAA1E7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Ready before you begin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FEC6DF59-B18A-48E7-A036-20296D3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Read the authorised method, check yourself and the workspace, ask about uncertainty, then set up. A checklist supports memory; it never replaces teacher direction or permission.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CBB31A40-5472-45EB-B9CF-95554A2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FF939BB5-0F98-4E4F-A170-D391025C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9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Notice: Which clues show that the method, workspace, equipment and personal preparation have been considered? What still requires teacher direction?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F48BD8B8-84B4-480A-9B35-C09F94C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3cf2e6c2b4b9e"/>
          <a:srcRect xmlns:a="http://schemas.openxmlformats.org/drawingml/2006/main" l="0" t="318" r="0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3550" y="1562100"/>
            <a:ext cx="598170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560941DE-5BAA-4496-B9D2-2EEADEA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An illustrative readiness station: check the method, yourself, the workspace and visible equipment condition before work begins.</a:t>
            </a:r>
          </a:p>
        </p:txBody>
      </p:sp>
    </p:spTree>
    <p:extLst>
      <p:ext uri="{BB962C8B-B14F-4D97-AF65-F5344CB8AC3E}">
        <p14:creationId xmlns:p14="http://schemas.microsoft.com/office/powerpoint/2010/main" val="464583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FA6B4352-027F-4DA3-947F-276D044D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9698E155-FB62-44F6-B2D8-44F78F0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01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B04B0BA-85B5-4B4D-8750-857E9EE4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BD256934-7A8E-41A6-972F-0B547A5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SAFETY FIRST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58D500D0-A05B-40A8-A5FF-0DE35DC7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EDFB1350-903B-4B05-ACFF-A33FF32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7C6A26D7-D251-43C8-AF95-249C9F2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363BC951-292D-485A-BA5A-2A8D24C3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frayed electrical lead is noticed before a food practical. Which statement correctly separates the hazard, risk and control?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ED9AE9E8-591D-4E82-8F92-2F22B1A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E21F31E7-1526-4F45-A756-E3163FB9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E08363D4-82B7-46F5-9E3F-85CCFCAD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hand touches a phone, then a clean utensil, then ready-to-eat food. What is the strongest analysis?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ABD0AF88-95DD-4EAF-9556-38B230F4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5A16F3D0-9BCA-40CF-AA72-29493D2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153907D3-3C6C-4DFB-A83F-F8D739C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method is clear, but a piece of equipment appears damaged. What should happen next?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F7F6200E-BDA9-45AE-BE9C-B252E067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78AF71B6-71D0-43A5-9770-15ADF90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4A41896E-5F73-493C-BAC6-C3D6A80F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Food-room decision lab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41F1E895-710B-48C5-ADE3-589F360C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distinguishing hazards, possible harm and controls, then decide whether a situation is ready, needs teacher help or requires a stop.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5264246B-06A8-4523-AB60-0A45AC1F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Classify the parts of the risk pathway.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5C7E6122-06BC-46FB-8572-ACA1E304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202959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E7742781-23FD-4294-8CEB-EA5A0AC2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F6898BEF-E1E7-433C-9263-14843924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01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4C1AD6D-A422-4BFD-9A8E-55441528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F9961507-3362-4281-AA20-495C30A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SAFETY FIRST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5B24B5D0-7914-4DA1-8B41-9B128A85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F09B1A9C-C19C-4349-8F87-EB2C312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AA702C78-2448-4F48-BACA-30EA0452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D0875225-CB75-4FA3-8431-E9C2D66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Explain how one readiness decision before a practical could protect more than one person, food item, piece of equipment or part of the wider food-room system.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C43CF887-41A0-4545-B5B8-1C09F112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8E00F284-83D4-4BD4-AA8F-2B5D9CD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5AFCAB2C-EDC6-4886-B5C3-7F26C8D8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AE6730CC-96F8-4A59-A38F-E6D4B0E8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CFBE8F67-9270-40A8-8823-269B88A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6A5F7F87-150D-49D4-BD3C-D99ECB6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44E5F2B0-BF9C-4E6C-8500-C6D98FD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62AA23B3-484F-457A-B511-5F80A1F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82518BBB-4572-4CE7-9534-3AA2964E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uses a specific readiness clue.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245B057B-3AF5-49B8-B1BD-F0F91FE7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264F8586-DA3D-4085-87D9-80B881E1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54120C9E-2496-4CF1-A165-335002CB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 readiness clue is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7139377B-A858-4B66-94DB-A9462028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1DCED1E1-E638-4D7A-B18A-9C1A3BEC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B796A3C1-B31E-46FF-AD7B-CF2A27AB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Shows connected consequences; does not invent permission or local procedure.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3DA91D73-C0F7-4706-AC1A-7B00735F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307557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090F9FD1-FC57-4518-B0A8-52F0A57B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71227D9B-CE6C-4C04-AA5E-3122CC88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01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1584FA5-31C5-442E-A383-3AE68F8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4B9064F9-B2BC-4180-9EC7-74D82698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from hazard to control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89367100-5ABB-484F-BD8F-2511FDF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10C300ED-2208-46C3-99BB-1F76DC66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819770EE-F493-4E55-821E-3E53702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BCA5C278-A579-442A-9544-18990D2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1337D405-8325-487B-97D8-AB94507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0C0615DA-8C63-427D-9EF1-E3242CA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A2146B2F-6CE7-4F93-BD54-8BBF641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37A421DF-79EB-46DF-9ED4-C8472A1A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Local food-room procedures, equipment access and practical directions.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01ECBB53-59DA-4F72-BF9E-F9CF480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5F46DE7D-82EC-472A-8377-FA3B3467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596655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2026-08-26T13:28:58.0950000Z</dcterms:created>
  <dcterms:modified xsi:type="dcterms:W3CDTF">2026-08-26T13:28:58.0960000Z</dcterms:modified>
</coreProperties>
</file>